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4" r:id="rId20"/>
    <p:sldId id="295" r:id="rId21"/>
    <p:sldId id="274" r:id="rId22"/>
    <p:sldId id="275" r:id="rId23"/>
    <p:sldId id="298" r:id="rId24"/>
    <p:sldId id="276" r:id="rId25"/>
    <p:sldId id="277" r:id="rId26"/>
    <p:sldId id="297" r:id="rId27"/>
    <p:sldId id="296" r:id="rId28"/>
    <p:sldId id="299"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4" d="100"/>
          <a:sy n="84" d="100"/>
        </p:scale>
        <p:origin x="86"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8/27/2026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3D0D-571F-782B-34A4-4319348B3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65DB-99D7-6D80-D5A3-91FFBC7EC0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30B010E-3C9E-3BE3-B2D5-E33FA3A51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AAF71-03C9-0353-0740-76AFBA688A15}"/>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76053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T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FP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FP_REL_Rev1_08252026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2026-25-08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FP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FP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63004" y="1628380"/>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339ED36-75C4-26EA-3E72-49AEE46918DC}"/>
              </a:ext>
            </a:extLst>
          </p:cNvPr>
          <p:cNvPicPr>
            <a:picLocks noChangeAspect="1"/>
          </p:cNvPicPr>
          <p:nvPr/>
        </p:nvPicPr>
        <p:blipFill>
          <a:blip r:embed="rId3">
            <a:clrChange>
              <a:clrFrom>
                <a:srgbClr val="F7F7F7"/>
              </a:clrFrom>
              <a:clrTo>
                <a:srgbClr val="F7F7F7">
                  <a:alpha val="0"/>
                </a:srgbClr>
              </a:clrTo>
            </a:clrChange>
          </a:blip>
          <a:srcRect b="12025"/>
          <a:stretch>
            <a:fillRect/>
          </a:stretch>
        </p:blipFill>
        <p:spPr>
          <a:xfrm>
            <a:off x="504347" y="1337145"/>
            <a:ext cx="2265710" cy="1644973"/>
          </a:xfrm>
          <a:prstGeom prst="rect">
            <a:avLst/>
          </a:prstGeom>
        </p:spPr>
      </p:pic>
      <p:grpSp>
        <p:nvGrpSpPr>
          <p:cNvPr id="6" name="Group 5">
            <a:extLst>
              <a:ext uri="{FF2B5EF4-FFF2-40B4-BE49-F238E27FC236}">
                <a16:creationId xmlns:a16="http://schemas.microsoft.com/office/drawing/2014/main" id="{EF2271E0-9ACD-975D-9541-CE6577DF3AB3}"/>
              </a:ext>
            </a:extLst>
          </p:cNvPr>
          <p:cNvGrpSpPr/>
          <p:nvPr/>
        </p:nvGrpSpPr>
        <p:grpSpPr>
          <a:xfrm>
            <a:off x="2116529" y="1904598"/>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E68A303F-003B-5070-76ED-E024E2229F74}"/>
              </a:ext>
            </a:extLst>
          </p:cNvPr>
          <p:cNvGrpSpPr/>
          <p:nvPr/>
        </p:nvGrpSpPr>
        <p:grpSpPr>
          <a:xfrm>
            <a:off x="2118387" y="2426850"/>
            <a:ext cx="4925807" cy="261610"/>
            <a:chOff x="4092326" y="1688590"/>
            <a:chExt cx="4925807" cy="261610"/>
          </a:xfrm>
        </p:grpSpPr>
        <p:sp>
          <p:nvSpPr>
            <p:cNvPr id="17" name="TextBox 16">
              <a:extLst>
                <a:ext uri="{FF2B5EF4-FFF2-40B4-BE49-F238E27FC236}">
                  <a16:creationId xmlns:a16="http://schemas.microsoft.com/office/drawing/2014/main" id="{5D3FEFE0-A6E5-D981-085D-A6D0FFB0DB9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ERL-ERD-ERW-CA-FL</a:t>
              </a:r>
            </a:p>
          </p:txBody>
        </p:sp>
        <p:cxnSp>
          <p:nvCxnSpPr>
            <p:cNvPr id="18" name="Straight Arrow Connector 17">
              <a:extLst>
                <a:ext uri="{FF2B5EF4-FFF2-40B4-BE49-F238E27FC236}">
                  <a16:creationId xmlns:a16="http://schemas.microsoft.com/office/drawing/2014/main" id="{07CDE4B3-89F8-8F6C-4ED9-ADAFB36B8A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16529" y="2177276"/>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64D47E1-C53A-8541-B15D-A02FC69C4524}"/>
              </a:ext>
            </a:extLst>
          </p:cNvPr>
          <p:cNvGrpSpPr/>
          <p:nvPr/>
        </p:nvGrpSpPr>
        <p:grpSpPr>
          <a:xfrm>
            <a:off x="2510626" y="2675724"/>
            <a:ext cx="4903504" cy="261610"/>
            <a:chOff x="4092326" y="1670013"/>
            <a:chExt cx="4903504" cy="261610"/>
          </a:xfrm>
        </p:grpSpPr>
        <p:sp>
          <p:nvSpPr>
            <p:cNvPr id="23" name="TextBox 22">
              <a:extLst>
                <a:ext uri="{FF2B5EF4-FFF2-40B4-BE49-F238E27FC236}">
                  <a16:creationId xmlns:a16="http://schemas.microsoft.com/office/drawing/2014/main" id="{E1C765B9-E3F0-C593-CFEB-60402BC679B8}"/>
                </a:ext>
              </a:extLst>
            </p:cNvPr>
            <p:cNvSpPr txBox="1"/>
            <p:nvPr/>
          </p:nvSpPr>
          <p:spPr>
            <a:xfrm>
              <a:off x="5175824" y="1670013"/>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default values defined by SPT 0.0004”</a:t>
              </a:r>
            </a:p>
          </p:txBody>
        </p:sp>
        <p:cxnSp>
          <p:nvCxnSpPr>
            <p:cNvPr id="24" name="Straight Arrow Connector 23">
              <a:extLst>
                <a:ext uri="{FF2B5EF4-FFF2-40B4-BE49-F238E27FC236}">
                  <a16:creationId xmlns:a16="http://schemas.microsoft.com/office/drawing/2014/main" id="{D81962B9-92D2-7509-1A3D-E05D9D69FE4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567ADC-EC8F-EA00-6919-4C9239CF60A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67719" y="1457179"/>
            <a:ext cx="3013661" cy="4787832"/>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333686" y="3844941"/>
            <a:ext cx="2183027" cy="104261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D80D102-03B9-BA11-9E92-367D2768781C}"/>
              </a:ext>
            </a:extLst>
          </p:cNvPr>
          <p:cNvSpPr/>
          <p:nvPr/>
        </p:nvSpPr>
        <p:spPr>
          <a:xfrm>
            <a:off x="1333686" y="5217014"/>
            <a:ext cx="2123193" cy="109156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1A2694C-CC5B-8933-6508-3CF1C6EEB907}"/>
              </a:ext>
            </a:extLst>
          </p:cNvPr>
          <p:cNvSpPr/>
          <p:nvPr/>
        </p:nvSpPr>
        <p:spPr>
          <a:xfrm>
            <a:off x="1473693" y="2003528"/>
            <a:ext cx="1983186" cy="16440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516713" y="213752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pic>
        <p:nvPicPr>
          <p:cNvPr id="4" name="Picture 3">
            <a:extLst>
              <a:ext uri="{FF2B5EF4-FFF2-40B4-BE49-F238E27FC236}">
                <a16:creationId xmlns:a16="http://schemas.microsoft.com/office/drawing/2014/main" id="{D4988162-ADEA-507F-BB8D-9CEE28D47759}"/>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3608" y="1672145"/>
            <a:ext cx="3349459" cy="4357899"/>
          </a:xfrm>
          <a:prstGeom prst="rect">
            <a:avLst/>
          </a:prstGeom>
        </p:spPr>
      </p:pic>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7178042-9BED-F7B9-0619-45D4A20CFE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133" y="1491761"/>
            <a:ext cx="3218176" cy="3874477"/>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FP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EC1993E-9D4D-9E59-DCEE-9373FDCAAD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7E6D-C2CC-4B27-89B2-8703F5F3D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1F5703-BBE3-2541-FBEE-28D2549F1BF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E51388F-6534-D136-159D-9EF1AEC47DE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FD14A8B-39F3-8347-0146-70F48953D0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4A593C1-8C58-4C56-3103-186F7A49681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6F89172-995A-798B-CE82-BB08BCF9C37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FP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DE3AE442-3BB6-2A3E-A567-A05178D0441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7A322D6-551F-B510-CBBD-5B026B0CC010}"/>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575C71FD-F019-2F9E-F166-29B0528F30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117232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FP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3E5048-620A-F206-3F10-72B13E67FD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FP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1173</TotalTime>
  <Words>4432</Words>
  <Application>Microsoft Office PowerPoint</Application>
  <PresentationFormat>Widescreen</PresentationFormat>
  <Paragraphs>316</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135</cp:revision>
  <dcterms:created xsi:type="dcterms:W3CDTF">2026-07-26T18:29:11Z</dcterms:created>
  <dcterms:modified xsi:type="dcterms:W3CDTF">2026-08-27T18:17:41Z</dcterms:modified>
</cp:coreProperties>
</file>