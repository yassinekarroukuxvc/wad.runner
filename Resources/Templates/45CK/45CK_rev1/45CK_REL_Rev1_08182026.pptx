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60" r:id="rId3"/>
    <p:sldId id="261" r:id="rId4"/>
    <p:sldId id="262" r:id="rId5"/>
    <p:sldId id="263" r:id="rId6"/>
    <p:sldId id="264" r:id="rId7"/>
    <p:sldId id="269" r:id="rId8"/>
    <p:sldId id="265" r:id="rId9"/>
    <p:sldId id="272" r:id="rId10"/>
    <p:sldId id="266" r:id="rId11"/>
    <p:sldId id="284" r:id="rId12"/>
    <p:sldId id="285" r:id="rId13"/>
    <p:sldId id="286" r:id="rId14"/>
    <p:sldId id="287" r:id="rId15"/>
    <p:sldId id="288" r:id="rId16"/>
    <p:sldId id="274" r:id="rId17"/>
    <p:sldId id="275" r:id="rId18"/>
    <p:sldId id="276" r:id="rId19"/>
    <p:sldId id="277" r:id="rId20"/>
    <p:sldId id="292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6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588C11-5393-8324-3146-69ABA00A72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F0FA9-AAB9-A60A-C494-F11F984E9D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93FE-E9D3-4B10-B499-4235062A8B3B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61970-10B0-1539-9780-E6FE15D01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7C85-C158-9B78-E8BD-CD7FBC762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9A78-DF21-4F81-96A1-9852810E2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94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E5E3A-6FB5-47BF-ABCF-397F6C94D529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061FC-C60C-444C-8470-5860212819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86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534B-5356-2980-B3D4-BF6B37F1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C617C-0C9E-0A18-66BA-C528D28B9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FF11C-0A97-8B78-E67F-7F1CFC9F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FF85-48BF-5D25-C010-2E161BA74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80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9867-31E5-7933-FB68-40102627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53629-3CEB-89EC-5551-C840B336E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342C5-5FF6-2F5D-C880-3DAECFA0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58BC-28E2-E393-F785-9CCE5ACFC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13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0653-0757-AA88-09C1-BF198104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5D99B-BB38-D9E8-7F27-5EF0AFF1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AC42-6E33-65FD-F6C7-042A259E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1004-E055-5783-058E-F0CED9880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3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380C-12AF-A19E-DEF1-949FB20A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4A28-359C-03C8-8BD5-FCAB855E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0CCFD-182F-EC68-89FA-D959B360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3C50D-522C-B7FD-9C06-1649E7B5D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4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320B-3CE4-B816-8CE7-5AFCE65B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249D-17D7-AAAE-6B81-EE1B9519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78595-B227-F219-21B6-0F4D6D0E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35ED-F90A-7728-106F-EE30C5CBD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5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51D2-DE4C-4E06-6C72-948269BC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719E0-C59F-37B7-7585-08F948C9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CC0A-ADCB-C533-B89A-260C3C470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99CF3-7BA5-9081-9173-44D02ECB7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82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A0DF-05BE-306B-7088-880EB6AD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A6DB-E2D0-BCBA-8293-30F806D35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84362-B7FF-AAE1-D354-63B90EFDD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80829-D4DB-7A72-BC47-707B7D6FC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10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037E-3774-65B8-D9D8-9F550AC8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451B-C777-D7D3-C282-233200594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35BDA-AB04-43DF-1163-80907391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60FA-9592-1534-3AF6-58E3C7A7A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77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DE88-92A0-6CFA-842A-009E9BEA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027B-0355-9456-703E-B049A561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2D116-BCF3-19DE-9A76-BAAB1004E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22AE9-4109-3936-6498-1C1AFE22C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50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9FEB-5B0C-AB08-AABF-907D9342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9C66A-2081-09DB-DB72-492FD1751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95FA3-FD3B-26E5-C61C-371D5FF88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E0AD6-71EB-6D07-0980-32236D94D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82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3407-9F67-A20E-1CB6-70A8322D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CE68C-6A9F-6888-D17D-D7A30AAAB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C37D0-89CC-BA1D-3A75-3E1AF0ED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587D7-7F59-4B70-6A77-DDD492455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35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8ED0-1637-4D04-0103-A45FE915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19A9-4DF4-0B98-8850-C365E4F6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B6311-BAE9-8E50-DA2F-8B15C6C22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471B5-BE31-9462-60BD-A45F1994C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22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34CB-558B-05F6-EF58-E77DEB0B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1364D-FB69-BFFE-910C-7DDB1942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1E907-AE52-1B9B-E1F4-B2D118C83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C658-8082-4787-9EE7-6C4E2092D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6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3B13-2BEC-5273-7AC1-D2103122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D767-491E-D450-FB17-0D8EFA41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936B0-44F9-1EBA-CC88-92C0D9566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A3C4-53B9-9517-9DE9-5DCD5D2A2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26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679C-CEDC-E78F-799D-D6FCB4D5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46391-50BD-7869-F2A4-C78E05B9A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9C50-14D7-54B2-0D8D-8539274D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391F-147B-1B23-65B9-80AA00B1D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50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193B-2393-0634-8903-6925613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C5EA6-8EDA-199D-9D8F-40401A9A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AF05-7EF8-33B6-328F-E91EF0C5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6B5E-4BDD-66C4-D410-CA43E3602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276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42E8-CEB7-931F-9B39-7C35C50D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D989-E9B1-B453-2EAD-E4654619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83F4-1C66-E579-E5EE-BEB9F3C7C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1FE1-5951-A3C2-1BB0-731D2C1F2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36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F42D-E9A7-F1ED-6944-5F46997B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73ED6-9933-7EA2-AEB7-80AA2FBA6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0ECE4-4FC0-4DA5-8C10-761D99C83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F6136-E1D5-65F7-8F7E-653ECC321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4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6CAB-2392-F0C5-A62A-8006C5015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4CD1-85A9-4CC9-81FA-75357A1C3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9624-FC93-68C1-D30A-68565D00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F2F8-93FC-8954-24EA-06EDC688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8C16-E36F-7150-C2E2-6551DEFC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2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9C76-6BF0-6286-63A0-C273A184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FA68-39DF-6C75-E7DB-CEF82A71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0C8F-754D-56EB-4260-4F282E0B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A536-67D7-7638-A235-6C18CA19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4B1B-76E5-1C15-50A7-9A9934FE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292A-B3D4-39FE-31AB-98418E53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4077-FF6B-4644-8551-A2B2BF006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1C31-96F0-5492-A76E-96AADBB7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0C738-25D8-DBD9-7FF3-74FA72EF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8E07-6387-FD4F-9E95-75239919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FF9B-DF47-D6D7-8C3A-E9A79D53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B4C5-A1EC-C9A2-2509-673340B1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32-06F3-26AC-2F34-F58499E8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A087-AF87-FF82-6D93-2995F234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15029-94DB-EF9F-9822-0B4A6DB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32DD5-FA4C-7EDC-468D-DF23D7EA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1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4CE-FDA7-A3A8-A8CD-0DF6C646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8735-D338-71D5-BDF9-5C504B01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31A3-EC28-EB15-E24F-DDFE61DF0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BBE3F-C5CF-FB5B-16B9-CC2FB8FD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39D4F-A719-98BE-F9AA-E13F8C1C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CAECF-2FCD-357A-716F-B5852114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ACAB-21A9-7673-D876-B1A16919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16458-B3BB-CE4E-8CEB-5C2B2CE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0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A1DC-9ADA-8155-1036-0106284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9AB49-D12A-DF62-8E18-7102D0D6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92904-C4AD-79A8-DD86-BE62ED9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1DEFC-37C4-16B4-3578-993EB529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1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4747-E094-6BE0-C5A8-91E40A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AE805-4E06-B52E-4AA7-E12292F4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9565-5B28-4A72-D85B-76191BE9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A0FF-76A4-7D71-13CB-D2A5047B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495-1D2B-E698-531D-40098B0E0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4E649-00B5-E760-3874-FDF56D80B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D2E13-119E-10FA-BD70-D479F7E1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2C9B-502E-3347-3E01-4B09CA1A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18E4-48B6-569A-5106-75EC9A21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3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7782-6BB6-7E73-2AC3-E0AC996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8499A-5705-A33C-D370-B13294FF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C9875-4EA1-87CC-1C39-1A42AEF40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1F31-D882-2E42-AF6C-EE34464E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4BB-D683-CE15-099B-6351A359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F4DB9-E8D3-6244-F113-2FC6E6FD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4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60F-D9E7-D125-ADBC-57A80C04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D216B-086D-D6C6-E7C5-19E59306E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5F6C-F8BF-42D2-92C7-88E56B81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35CA-A0FE-4B27-A6D2-D39CC6CF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AD5D7-3E6D-7239-34CF-CA18884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7D3AD-9453-123B-3BEF-00D0D90E6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D6F44-6F37-6536-CEC0-632928AD3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43A7-5EAE-35E8-7320-C7861400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3473-5614-B1FB-DE63-2D3A5342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C424-CBBC-043D-61C1-2F504D50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43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9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B4C3E-779A-572F-969C-1D280A8F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ECA7-7EB7-6E0A-70BB-FA505CDF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1EBD-FC5B-F664-4DC7-78F698AEA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4F06-308A-2564-1416-F1F9BDED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8D486-FDCB-1905-8B3B-37F2210A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2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Rules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45CK Series – Rules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45CK_REL_Rev1_08182026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2026-18-08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6FFB5-791C-9078-1C4B-BC50848B26AA}"/>
              </a:ext>
            </a:extLst>
          </p:cNvPr>
          <p:cNvSpPr txBox="1"/>
          <p:nvPr/>
        </p:nvSpPr>
        <p:spPr>
          <a:xfrm>
            <a:off x="760307" y="759882"/>
            <a:ext cx="10794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- 70° V-Groove with integrated feed hole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45CK design has a 70° V-groove with 45° feed hole. This style has symmetrical front and back radius around 50% of the wire diameter. This style is available for wire sizes from 75 microns to 250 microns (3mils to 10mils).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5699266-FB61-438E-F3BA-CC32597DE3C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CB1CF-9752-EA32-5A71-A8C9655209D8}"/>
              </a:ext>
            </a:extLst>
          </p:cNvPr>
          <p:cNvSpPr txBox="1"/>
          <p:nvPr/>
        </p:nvSpPr>
        <p:spPr>
          <a:xfrm>
            <a:off x="698808" y="1562553"/>
            <a:ext cx="10794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Construction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 one shank style :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with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 3D models is based on the bellow sketches; these sketch has all the required dimension to construction the 3D models and drawings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7E8C01-A1A9-CF2D-F16B-7D37C77682BF}"/>
              </a:ext>
            </a:extLst>
          </p:cNvPr>
          <p:cNvSpPr/>
          <p:nvPr/>
        </p:nvSpPr>
        <p:spPr>
          <a:xfrm>
            <a:off x="563880" y="1686581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9CAC6DB-B60D-931B-447B-74A00379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79262"/>
              </p:ext>
            </p:extLst>
          </p:nvPr>
        </p:nvGraphicFramePr>
        <p:xfrm>
          <a:off x="4024332" y="2858584"/>
          <a:ext cx="7344455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802">
                  <a:extLst>
                    <a:ext uri="{9D8B030D-6E8A-4147-A177-3AD203B41FA5}">
                      <a16:colId xmlns:a16="http://schemas.microsoft.com/office/drawing/2014/main" val="3600172029"/>
                    </a:ext>
                  </a:extLst>
                </a:gridCol>
                <a:gridCol w="5372653">
                  <a:extLst>
                    <a:ext uri="{9D8B030D-6E8A-4147-A177-3AD203B41FA5}">
                      <a16:colId xmlns:a16="http://schemas.microsoft.com/office/drawing/2014/main" val="3162871182"/>
                    </a:ext>
                  </a:extLst>
                </a:gridCol>
              </a:tblGrid>
              <a:tr h="278788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annotation_top_plan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TD - TDF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81547"/>
                  </a:ext>
                </a:extLst>
              </a:tr>
              <a:tr h="273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annotation_right_plan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W–ISA–VW–VR–VRR–VRA–TL–B-GA-GD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10360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annotation_front_plan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BA-T-FD-RA-RA2-RA2H-CA-ERL-ERD-FL-C-BR-FR-H-HA-FNA-F-BF-Y-G-CGR-CGD-VBL-VBLR-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funnel_gap –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foot_depth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3520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2230C8C-1D6F-2407-FA54-C2EACFEC147B}"/>
              </a:ext>
            </a:extLst>
          </p:cNvPr>
          <p:cNvSpPr txBox="1"/>
          <p:nvPr/>
        </p:nvSpPr>
        <p:spPr>
          <a:xfrm>
            <a:off x="726566" y="4083753"/>
            <a:ext cx="2492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delete those sketches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8FB25-79B4-CFFD-4957-8A5522AB10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2822086"/>
            <a:ext cx="2848779" cy="1213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2FCB21-624A-D74C-8DEE-45BA4FAF3491}"/>
              </a:ext>
            </a:extLst>
          </p:cNvPr>
          <p:cNvSpPr txBox="1"/>
          <p:nvPr/>
        </p:nvSpPr>
        <p:spPr>
          <a:xfrm>
            <a:off x="574178" y="5511854"/>
            <a:ext cx="10794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calculate it based on with foot type we have 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VG groove 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GD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funnel_gap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the equation , just in case of SLB feature make in the equation that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 = 0deg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2F4CD-C0CB-4F87-2710-23F50F1E1435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75DE-9F19-528B-2C80-ABECE116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C7D087-87FC-9BB7-F45B-2C469CEAD05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C69386-4328-D96E-6A33-AFB6C3D0FF9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A6CE21-EE56-4479-16C7-2CE3C2D509E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57A4E5-0B05-E9A3-68B7-398154948EC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64C6-CA5D-338D-A225-AFE95A673B25}"/>
              </a:ext>
            </a:extLst>
          </p:cNvPr>
          <p:cNvSpPr txBox="1"/>
          <p:nvPr/>
        </p:nvSpPr>
        <p:spPr>
          <a:xfrm>
            <a:off x="760306" y="759882"/>
            <a:ext cx="701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PGB 3D for Customer / Production Drawings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A68F018-24F1-4006-A8C6-38A3D762E88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EA9345-5308-8967-5FBD-6F412F591CC7}"/>
              </a:ext>
            </a:extLst>
          </p:cNvPr>
          <p:cNvGrpSpPr/>
          <p:nvPr/>
        </p:nvGrpSpPr>
        <p:grpSpPr>
          <a:xfrm>
            <a:off x="3465792" y="2219740"/>
            <a:ext cx="4925807" cy="307777"/>
            <a:chOff x="4092326" y="1688590"/>
            <a:chExt cx="4925807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2C8642-4956-DAD3-7027-E25090E217A9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03A33F8-A12D-D217-A1E4-EF1378835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D546B2-4EC3-5E8A-7A87-AAC123345E17}"/>
              </a:ext>
            </a:extLst>
          </p:cNvPr>
          <p:cNvGrpSpPr/>
          <p:nvPr/>
        </p:nvGrpSpPr>
        <p:grpSpPr>
          <a:xfrm>
            <a:off x="3736726" y="2719827"/>
            <a:ext cx="4925807" cy="307777"/>
            <a:chOff x="4092326" y="1688590"/>
            <a:chExt cx="4925807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71570E-7C4C-5D72-3D0C-57A4E38B3B9F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AD66C1-51F6-6D4A-12C2-E2D6C10F38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0DE4F2-2874-C465-9C4C-AD9592B81148}"/>
              </a:ext>
            </a:extLst>
          </p:cNvPr>
          <p:cNvGrpSpPr/>
          <p:nvPr/>
        </p:nvGrpSpPr>
        <p:grpSpPr>
          <a:xfrm>
            <a:off x="3465792" y="3193409"/>
            <a:ext cx="4925807" cy="307777"/>
            <a:chOff x="4092326" y="1688590"/>
            <a:chExt cx="4925807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FB41FF-DEA5-E743-E426-0E0B6FEA0C4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VR, VRA, VRR, VW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E1D4B6-6856-0321-1EE5-A3A92FB9FE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1E3E25-70F4-D410-B7AF-95D0BFED2085}"/>
              </a:ext>
            </a:extLst>
          </p:cNvPr>
          <p:cNvGrpSpPr/>
          <p:nvPr/>
        </p:nvGrpSpPr>
        <p:grpSpPr>
          <a:xfrm>
            <a:off x="3617856" y="3755634"/>
            <a:ext cx="4925807" cy="307777"/>
            <a:chOff x="4092326" y="1688590"/>
            <a:chExt cx="4925807" cy="30777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1C0D42-C694-3BEA-3F3C-5137BD9C600E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W2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3013E3B-9473-4B7F-F1A5-CC1000A782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7552AC-765C-9FD2-AFE6-8B40988B6527}"/>
              </a:ext>
            </a:extLst>
          </p:cNvPr>
          <p:cNvGrpSpPr/>
          <p:nvPr/>
        </p:nvGrpSpPr>
        <p:grpSpPr>
          <a:xfrm>
            <a:off x="3590426" y="4201004"/>
            <a:ext cx="4925807" cy="307777"/>
            <a:chOff x="4092326" y="1688590"/>
            <a:chExt cx="4925807" cy="30777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178F69-4BFE-4D07-EE3A-025665E9731E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C1E2A21-7DA7-3308-061C-C8AE9D5452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F79646-2034-5447-455D-33AF4F92F36A}"/>
              </a:ext>
            </a:extLst>
          </p:cNvPr>
          <p:cNvGrpSpPr/>
          <p:nvPr/>
        </p:nvGrpSpPr>
        <p:grpSpPr>
          <a:xfrm>
            <a:off x="3613796" y="4755443"/>
            <a:ext cx="4925807" cy="307777"/>
            <a:chOff x="4092326" y="1688590"/>
            <a:chExt cx="4925807" cy="30777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1896AC3-AA31-3568-EAB4-46658CF7DCA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VBLR, VBL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55D9D3F-9B9A-A8B8-DEEA-E0AFE05E2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25EC98-5011-4CAE-A406-FEC925458A18}"/>
              </a:ext>
            </a:extLst>
          </p:cNvPr>
          <p:cNvGrpSpPr/>
          <p:nvPr/>
        </p:nvGrpSpPr>
        <p:grpSpPr>
          <a:xfrm>
            <a:off x="3590426" y="5265392"/>
            <a:ext cx="4925807" cy="307777"/>
            <a:chOff x="4092326" y="1688590"/>
            <a:chExt cx="4925807" cy="30777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FBCD669-BDA5-7895-226E-5D5BE904B70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RA2, RA2H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21375DC-BA2E-5D3D-F3C5-CEAD6A63B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366EE87-6CAE-1380-0F87-05BE8837ED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7135" y="1558652"/>
            <a:ext cx="3121113" cy="40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4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57E4-1B73-52D4-9ACF-52B58AFE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647C7-9B9F-3B8E-2056-F741A65ED24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2A6522-4086-41FE-30AF-C398A9A7F03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A9FDE-DC58-F77C-4834-B69259327AB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E063E-485C-3543-C2E3-330644AAB51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C349-8834-781B-A271-9C893A398A8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feature,  We respect the rule of PGB but adding the bellow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E093B4A-ACB1-8139-6FC2-7EDDDEFCDA1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40048DF-E43E-F2BA-BEF7-8A185F6BB81B}"/>
              </a:ext>
            </a:extLst>
          </p:cNvPr>
          <p:cNvGrpSpPr/>
          <p:nvPr/>
        </p:nvGrpSpPr>
        <p:grpSpPr>
          <a:xfrm>
            <a:off x="2255229" y="1406614"/>
            <a:ext cx="4925807" cy="261610"/>
            <a:chOff x="4092326" y="1688590"/>
            <a:chExt cx="4925807" cy="2616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F1FCD8-5CB0-7F15-EC01-879CD6A9B55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Respect the PGB rules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2FA1E4-E93E-A347-823F-BF6F88F73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B4630B-FF28-6AC5-60BF-FEDA426046DB}"/>
              </a:ext>
            </a:extLst>
          </p:cNvPr>
          <p:cNvGrpSpPr/>
          <p:nvPr/>
        </p:nvGrpSpPr>
        <p:grpSpPr>
          <a:xfrm>
            <a:off x="2246256" y="1720920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43125F-AC75-7AF9-80D5-7862DFD4E08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ED0CB9E-B582-9067-3467-C5A8172F8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663873-5BC5-7989-C8EE-BF32EF64C28A}"/>
              </a:ext>
            </a:extLst>
          </p:cNvPr>
          <p:cNvGrpSpPr/>
          <p:nvPr/>
        </p:nvGrpSpPr>
        <p:grpSpPr>
          <a:xfrm>
            <a:off x="2769386" y="2067555"/>
            <a:ext cx="4925807" cy="261610"/>
            <a:chOff x="4092326" y="1688590"/>
            <a:chExt cx="4925807" cy="26161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C54D63-E282-71A6-84A5-FF93906F112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B5E30AF-159C-74A2-8694-1FD39057D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175AFA-9DDC-9855-0484-101898722BA5}"/>
              </a:ext>
            </a:extLst>
          </p:cNvPr>
          <p:cNvGrpSpPr/>
          <p:nvPr/>
        </p:nvGrpSpPr>
        <p:grpSpPr>
          <a:xfrm>
            <a:off x="2198306" y="2413792"/>
            <a:ext cx="4925807" cy="261610"/>
            <a:chOff x="4092326" y="1688590"/>
            <a:chExt cx="4925807" cy="26161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F64958-6086-4915-57FD-0291338AF60F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1BD50BE-B9E4-38B1-BC62-3518A4543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B340F6-EC07-ACDB-3EED-B29317564E66}"/>
              </a:ext>
            </a:extLst>
          </p:cNvPr>
          <p:cNvGrpSpPr/>
          <p:nvPr/>
        </p:nvGrpSpPr>
        <p:grpSpPr>
          <a:xfrm>
            <a:off x="2565449" y="3106663"/>
            <a:ext cx="4925807" cy="261610"/>
            <a:chOff x="4092326" y="1688590"/>
            <a:chExt cx="4925807" cy="2616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F1FAEB9-D17A-3B16-7F4A-F9B8CCB2E7C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FC7F899-40A1-1B6F-B67B-702B33985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56271A-B4F1-3B50-3F4C-460E6492E9AC}"/>
              </a:ext>
            </a:extLst>
          </p:cNvPr>
          <p:cNvGrpSpPr/>
          <p:nvPr/>
        </p:nvGrpSpPr>
        <p:grpSpPr>
          <a:xfrm>
            <a:off x="1913813" y="3807974"/>
            <a:ext cx="5647219" cy="261610"/>
            <a:chOff x="4092326" y="1688590"/>
            <a:chExt cx="5647219" cy="26161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016DBF-9ADC-0251-75D4-A865971541E3}"/>
                </a:ext>
              </a:extLst>
            </p:cNvPr>
            <p:cNvSpPr txBox="1"/>
            <p:nvPr/>
          </p:nvSpPr>
          <p:spPr>
            <a:xfrm>
              <a:off x="5198127" y="1688590"/>
              <a:ext cx="45414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based on hole type , we need to have H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16C825F-3642-B36E-38E5-E4817326ED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1B1FF9-EEAD-C222-2EE5-0CB88CC4CC64}"/>
              </a:ext>
            </a:extLst>
          </p:cNvPr>
          <p:cNvGrpSpPr/>
          <p:nvPr/>
        </p:nvGrpSpPr>
        <p:grpSpPr>
          <a:xfrm>
            <a:off x="1935486" y="4162812"/>
            <a:ext cx="6942619" cy="261610"/>
            <a:chOff x="4092326" y="1688590"/>
            <a:chExt cx="6942619" cy="26161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1831EC0-19F0-FC6C-1020-424BBF95CB95}"/>
                </a:ext>
              </a:extLst>
            </p:cNvPr>
            <p:cNvSpPr txBox="1"/>
            <p:nvPr/>
          </p:nvSpPr>
          <p:spPr>
            <a:xfrm>
              <a:off x="5198127" y="1688590"/>
              <a:ext cx="5836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based on hole type , we need to have HH, HW ,  </a:t>
              </a: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you need to change H = HH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623CCA5-A536-75D9-E9ED-435EB263CC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F1B1A00-F4A8-61F1-B788-CD9A3419D53F}"/>
              </a:ext>
            </a:extLst>
          </p:cNvPr>
          <p:cNvGrpSpPr/>
          <p:nvPr/>
        </p:nvGrpSpPr>
        <p:grpSpPr>
          <a:xfrm>
            <a:off x="1867350" y="4493246"/>
            <a:ext cx="7323619" cy="261610"/>
            <a:chOff x="4092326" y="1688590"/>
            <a:chExt cx="7323619" cy="26161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776B384-A40B-8A64-118D-72B158F9B08C}"/>
                </a:ext>
              </a:extLst>
            </p:cNvPr>
            <p:cNvSpPr txBox="1"/>
            <p:nvPr/>
          </p:nvSpPr>
          <p:spPr>
            <a:xfrm>
              <a:off x="5198127" y="1688590"/>
              <a:ext cx="6217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based on hole type , we need to have ST, SW</a:t>
              </a: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you need to change H=ST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AFD5084-AA51-605E-E376-478CB3B6C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641574-291E-AA6F-5306-FCB0EE093BE7}"/>
              </a:ext>
            </a:extLst>
          </p:cNvPr>
          <p:cNvGrpSpPr/>
          <p:nvPr/>
        </p:nvGrpSpPr>
        <p:grpSpPr>
          <a:xfrm>
            <a:off x="1769414" y="5217414"/>
            <a:ext cx="7323619" cy="261610"/>
            <a:chOff x="4092326" y="1688590"/>
            <a:chExt cx="7323619" cy="26161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54D822F-4217-2D4B-3306-D83D282BBE51}"/>
                </a:ext>
              </a:extLst>
            </p:cNvPr>
            <p:cNvSpPr txBox="1"/>
            <p:nvPr/>
          </p:nvSpPr>
          <p:spPr>
            <a:xfrm>
              <a:off x="5198127" y="1688590"/>
              <a:ext cx="6217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, we need B, GA, GD 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AC6D92A-6E09-34AE-DB0D-C223DFCEC6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84B5C6-4814-52DF-7EBB-95E8D2BA8191}"/>
              </a:ext>
            </a:extLst>
          </p:cNvPr>
          <p:cNvGrpSpPr/>
          <p:nvPr/>
        </p:nvGrpSpPr>
        <p:grpSpPr>
          <a:xfrm>
            <a:off x="1775562" y="5601691"/>
            <a:ext cx="7323619" cy="261610"/>
            <a:chOff x="4092326" y="1688590"/>
            <a:chExt cx="7323619" cy="26161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9004DD-D6A3-5A29-5226-5D80DA271CD4}"/>
                </a:ext>
              </a:extLst>
            </p:cNvPr>
            <p:cNvSpPr txBox="1"/>
            <p:nvPr/>
          </p:nvSpPr>
          <p:spPr>
            <a:xfrm>
              <a:off x="5198127" y="1688590"/>
              <a:ext cx="6217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if we have CGO, CGR, G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7817E41-293D-16C1-9126-841300F90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97E0E86A-C904-87C2-027D-E8A613E67E8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2860"/>
          <a:stretch>
            <a:fillRect/>
          </a:stretch>
        </p:blipFill>
        <p:spPr>
          <a:xfrm>
            <a:off x="9508065" y="685799"/>
            <a:ext cx="2429417" cy="338517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D07D4824-22DE-616C-CB70-B78E0A0E126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63246" y="4448256"/>
            <a:ext cx="2105319" cy="1600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80F06D-7124-EE78-9B71-802209AE04A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l="8007"/>
          <a:stretch>
            <a:fillRect/>
          </a:stretch>
        </p:blipFill>
        <p:spPr>
          <a:xfrm>
            <a:off x="745792" y="1300721"/>
            <a:ext cx="2055022" cy="457752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73AC468-20D5-DF30-A190-32EEB33A7DEF}"/>
              </a:ext>
            </a:extLst>
          </p:cNvPr>
          <p:cNvGrpSpPr/>
          <p:nvPr/>
        </p:nvGrpSpPr>
        <p:grpSpPr>
          <a:xfrm>
            <a:off x="2013522" y="2751580"/>
            <a:ext cx="4925807" cy="261610"/>
            <a:chOff x="4092326" y="1688590"/>
            <a:chExt cx="4925807" cy="2616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D89D9AA-3D1F-25C7-169B-61C11A99F47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5A3AC39-936E-7580-0F89-2A4211BAE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480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8EB8-F7D4-6227-4262-2CA84B7D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F55641-9BE6-8749-9156-732E89978D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3B6D9B-BE56-507A-CD31-4F4DD36FF05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F19C887-C1C7-0998-75A6-949782BA6CB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2ED3D0-81D2-8D95-1BD1-5D02194BA96F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04B2-6720-7CAC-EB3E-2AA1F7EB862F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select the type of drawing from drawings properties manager, PGB no need to fill these properties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C662E84-5CAB-1395-6B6A-9D9DEBC9698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6C58D-5A46-2C2A-EC3C-C273A9A7FE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3892" y="1283102"/>
            <a:ext cx="3205479" cy="806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B67CDB-CC10-C895-DF70-FA6DFD2A4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9" y="1373892"/>
            <a:ext cx="6292427" cy="7378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8E2560-C7CC-D68B-ACAC-6DC0129CE5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629" y="2734174"/>
            <a:ext cx="3909591" cy="286478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48ABA-AD16-5C35-F9CE-3591F77A21CB}"/>
              </a:ext>
            </a:extLst>
          </p:cNvPr>
          <p:cNvCxnSpPr/>
          <p:nvPr/>
        </p:nvCxnSpPr>
        <p:spPr>
          <a:xfrm flipH="1">
            <a:off x="3578629" y="37291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BE992F-507D-04FD-DBA9-2BF209B98ADE}"/>
              </a:ext>
            </a:extLst>
          </p:cNvPr>
          <p:cNvCxnSpPr/>
          <p:nvPr/>
        </p:nvCxnSpPr>
        <p:spPr>
          <a:xfrm flipH="1">
            <a:off x="3663296" y="412711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251517-D9F7-47A6-5DEB-A6ED95D0B940}"/>
              </a:ext>
            </a:extLst>
          </p:cNvPr>
          <p:cNvCxnSpPr/>
          <p:nvPr/>
        </p:nvCxnSpPr>
        <p:spPr>
          <a:xfrm flipH="1">
            <a:off x="3663296" y="449965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565820-1759-84BD-E452-93F74E4C09D4}"/>
              </a:ext>
            </a:extLst>
          </p:cNvPr>
          <p:cNvCxnSpPr/>
          <p:nvPr/>
        </p:nvCxnSpPr>
        <p:spPr>
          <a:xfrm flipH="1">
            <a:off x="3663296" y="487218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C9A2F9-49F6-5398-A1B6-4E1335DD792B}"/>
              </a:ext>
            </a:extLst>
          </p:cNvPr>
          <p:cNvCxnSpPr/>
          <p:nvPr/>
        </p:nvCxnSpPr>
        <p:spPr>
          <a:xfrm flipH="1">
            <a:off x="4143894" y="531245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00264D-9FF9-329D-2D30-EC8268EB42BB}"/>
              </a:ext>
            </a:extLst>
          </p:cNvPr>
          <p:cNvSpPr txBox="1"/>
          <p:nvPr/>
        </p:nvSpPr>
        <p:spPr>
          <a:xfrm>
            <a:off x="4793827" y="3555362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DC1CF5-C23F-1076-39E6-8AE09AECF5CC}"/>
              </a:ext>
            </a:extLst>
          </p:cNvPr>
          <p:cNvSpPr txBox="1"/>
          <p:nvPr/>
        </p:nvSpPr>
        <p:spPr>
          <a:xfrm>
            <a:off x="4793827" y="398466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703EDA-FB36-8F77-DBDF-B80C15B424A8}"/>
              </a:ext>
            </a:extLst>
          </p:cNvPr>
          <p:cNvSpPr txBox="1"/>
          <p:nvPr/>
        </p:nvSpPr>
        <p:spPr>
          <a:xfrm>
            <a:off x="4878494" y="4340781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FD8218-B1DA-7B9E-1E12-FB7F2E4E7743}"/>
              </a:ext>
            </a:extLst>
          </p:cNvPr>
          <p:cNvSpPr txBox="1"/>
          <p:nvPr/>
        </p:nvSpPr>
        <p:spPr>
          <a:xfrm>
            <a:off x="4793827" y="471331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C54A75-1906-7456-9E48-8F226686B8FD}"/>
              </a:ext>
            </a:extLst>
          </p:cNvPr>
          <p:cNvSpPr txBox="1"/>
          <p:nvPr/>
        </p:nvSpPr>
        <p:spPr>
          <a:xfrm>
            <a:off x="5361093" y="513418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</a:t>
            </a:r>
          </a:p>
        </p:txBody>
      </p:sp>
    </p:spTree>
    <p:extLst>
      <p:ext uri="{BB962C8B-B14F-4D97-AF65-F5344CB8AC3E}">
        <p14:creationId xmlns:p14="http://schemas.microsoft.com/office/powerpoint/2010/main" val="367862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1BF-31C1-7B25-6FF2-6F606D2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F8A08D-E5A6-C228-C3AD-F320F18C14A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675C3B-F1F2-C296-5E88-F1EE2FDBDEA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B277A0-AA3B-B3BE-C49C-002D7B264A2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49AAA6-072F-6C2E-5008-1B82E815B12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B6541-6274-159A-3CAB-82F09A4BA85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BBDCF79-76FA-6CBE-AB8F-5183D4E43A3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EE67C-7218-F389-D3AF-3812F519A5E3}"/>
              </a:ext>
            </a:extLst>
          </p:cNvPr>
          <p:cNvSpPr txBox="1"/>
          <p:nvPr/>
        </p:nvSpPr>
        <p:spPr>
          <a:xfrm>
            <a:off x="3076787" y="1434729"/>
            <a:ext cx="8536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70FE7-B76C-DB3C-3DA2-EE6D6C3702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5143" y="1311101"/>
            <a:ext cx="1342297" cy="510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11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996A-A23C-C0CC-B99D-8F0E1A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F634B-A3B5-955D-DC97-22F9C27F6C4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607851-E2BC-87E1-17DF-6CE383ACB68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D3EA2E-992A-66C3-7B82-00188E43FE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8C881D-F063-4595-4C17-312E93D9AD4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AB318-9BFE-EC28-96F0-3A70C6CEC338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203DA58-8CAF-7155-3C61-0B38E071092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6CE23-5ED8-82E5-0D44-48B6FB2B22D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9709E0-4562-E425-BB4A-4B3D3DC8F8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347518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6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8B38-17B1-5284-916B-7E9AD3EC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BC1789-4D6E-046C-A6BA-AF937616994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0465AB-FBE1-1C9B-28DE-557E6E99ADC4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EA5D5C-4840-47B1-8ACF-09C2240126D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F09029-98F2-79D7-1065-B313FFD24F7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61FEA-84E8-C5D3-E431-6624FE5A11B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9A6701E-F6B4-0873-B47D-5FB1A9E9676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2505D-D05D-44AA-DE27-812BF114644A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D4EBD2-188A-B111-D93F-D7429D1BE2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2002-2E58-C585-8688-90E2054F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32FE1-6868-89DF-25C1-3F8DC032343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53B30C-4714-2134-20FD-30462CD9D27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0ED5EA-0E1C-CEB4-6F34-BE12564AA41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AB46B0-0639-A9A7-35D6-A0ADE9B2E2E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8AF6-1B7B-5DE1-8C47-E3A01FBD01C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9A5E2E-1BFC-7074-614D-AC6E8EC7CF6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7F4D4-34A1-70EE-DE4C-498CD24C2DA0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W2@annotation_righ_plan Optional 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27E7E-CE44-25C5-B4DD-0CB6628F0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314" y="1283102"/>
            <a:ext cx="2300126" cy="49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C701-A8E9-9248-DE75-CAAD20E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051164-A092-A691-A55B-E13EA2215F74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6A13CD-6DB3-A2C0-AB27-1935DE34FFE8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AF092E-3203-FC5C-F927-855ECEF0BA7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B0EE9B-42E4-2F90-DB5C-7BDB7B2AF35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A856D-CE2E-8F25-486A-442C16EA5A2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D5D9B35-A524-50A1-5985-FA827409932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D794A-7617-1F5F-EE50-E3440B78B657}"/>
              </a:ext>
            </a:extLst>
          </p:cNvPr>
          <p:cNvSpPr txBox="1"/>
          <p:nvPr/>
        </p:nvSpPr>
        <p:spPr>
          <a:xfrm>
            <a:off x="3655907" y="1399962"/>
            <a:ext cx="85360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2A72F-EF27-3691-646F-D23AB4E048D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r="5284"/>
          <a:stretch>
            <a:fillRect/>
          </a:stretch>
        </p:blipFill>
        <p:spPr>
          <a:xfrm>
            <a:off x="228388" y="1274635"/>
            <a:ext cx="2887345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C650-6AF3-56A0-9FC6-0E923484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5F943C-D517-DC64-4A24-1FA144B2FDC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0C8699-0E73-9D6D-70A5-0A86F11131C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9020F1-D766-F280-0D9A-28CCE2EE6E1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7FCB0-8B4E-77DE-0530-960E748758C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5A2E-8F87-590A-755C-2C4B2BC8A40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0BF857D-AA88-2E51-66F1-D5EF3D01DDC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378D2-0E38-FFF5-C397-3D92200D860F}"/>
              </a:ext>
            </a:extLst>
          </p:cNvPr>
          <p:cNvSpPr txBox="1"/>
          <p:nvPr/>
        </p:nvSpPr>
        <p:spPr>
          <a:xfrm>
            <a:off x="3076787" y="1434729"/>
            <a:ext cx="85360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25AB9-FD11-F098-8D43-94C9B090B0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95297"/>
            <a:ext cx="1457961" cy="49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FEF7-DF86-F9B3-54A8-6825C1F7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3A9888-98BD-2FBE-BBDB-5D105438EB0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9CB857-CA68-4AE0-7BE2-CB4904EB25B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D8259-DF83-989B-6214-E9457594435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55FEA9-5118-C85F-3BC3-BAD92832688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3E26-CE3C-EC5E-ED97-F28AA46FD5F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732D0AF-CD62-A074-658C-B2901198EA5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CAC0F-E18A-0547-1908-385B1B3BCB4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456F8-F1C4-CE86-2664-5DDE4A2CB0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205673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0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CF35-EABE-29E3-B253-5C12DAD9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DDA985-ECD0-4093-50D6-64AF0FDEE652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0189745-9A60-5BAD-FDC8-1BD3915CD9D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E853FC-CF59-EE3D-1507-7AD1B938D5E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A6B69D-8CD5-54C3-953F-FBFAB04114C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37965-A36F-06F6-DB18-850B35FC625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9A32888-CEC5-77E0-FE63-EB84242F7C4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92A6-6EE4-B452-CBA5-B1EC7AA32A74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68343E-0309-E5C7-DEA0-4339512CCA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47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A3AC-F8A1-7801-6F46-8A67710B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6D0AE2-23EC-D749-4062-CF3CCA94AA3F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7D8DAC-5036-60C1-5040-75C92042726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0992FE-DC9D-8497-E8FE-EE22804B38F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A6B295-7042-BDCF-787D-442DDDE61034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52116-2A31-603E-5298-BEC6CF864E0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85FA02D-7C3A-A980-E04B-E5F4FFB5514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53FF-D1BC-98C1-D9DF-5AD79520EF35}"/>
              </a:ext>
            </a:extLst>
          </p:cNvPr>
          <p:cNvSpPr txBox="1"/>
          <p:nvPr/>
        </p:nvSpPr>
        <p:spPr>
          <a:xfrm>
            <a:off x="3076787" y="1434729"/>
            <a:ext cx="85360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W2@annotation_right_plan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B9C4B2-7EBF-CE35-9B7F-B6A149A2EF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314" y="1283102"/>
            <a:ext cx="2300126" cy="49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259C-47B4-7527-8A5A-552B162D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0206A-A8F3-F5D7-C62F-E79A8F05717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0DA6DD-3991-51C7-1C11-659F2B760AAD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A2D9A-D2CB-1716-A674-BD5D8A2F8B1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22EF6E-26EC-624A-838C-F8A281EE455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A1ABC-4612-39CF-AA6C-A0505671FB5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C289352-66B9-38B6-E704-F51C5A37B13B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AEBBD-E07B-3BD5-F4EB-CAB4046234A3}"/>
              </a:ext>
            </a:extLst>
          </p:cNvPr>
          <p:cNvSpPr txBox="1"/>
          <p:nvPr/>
        </p:nvSpPr>
        <p:spPr>
          <a:xfrm>
            <a:off x="3624684" y="1272301"/>
            <a:ext cx="853609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FNA@annotation_front_plan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HH@annotation_front_plan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 if oval hole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 if slot hole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CGD@annotation_front_plan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CGR@annotation_front_plan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39B98-4D69-38C8-EEA8-360A3312DAE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4097"/>
          <a:stretch>
            <a:fillRect/>
          </a:stretch>
        </p:blipFill>
        <p:spPr>
          <a:xfrm>
            <a:off x="509085" y="1779198"/>
            <a:ext cx="2655932" cy="414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25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DABD-3818-C01C-66E8-78E3FBA6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4EC2B-358D-B648-D302-C71CC8E840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1444" t="1294" r="2449" b="2275"/>
          <a:stretch>
            <a:fillRect/>
          </a:stretch>
        </p:blipFill>
        <p:spPr>
          <a:xfrm>
            <a:off x="6187440" y="1125067"/>
            <a:ext cx="5776986" cy="440561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9D41389-B6A7-185F-2F2F-4B0DB107D4F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AB65D4-D76F-00F6-C22F-4ADBC2FCD36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C01F48-D73A-9D0D-AA5E-7C7D7F83922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0FE2CC-0C22-2515-C409-D78F7293B10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4B6D-68EB-9BFF-0C8D-518ECED76FA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E831DA-143B-A236-D60E-58296072AE6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E1D01-57ED-17CF-D53D-F9DB1BBC607D}"/>
              </a:ext>
            </a:extLst>
          </p:cNvPr>
          <p:cNvSpPr txBox="1"/>
          <p:nvPr/>
        </p:nvSpPr>
        <p:spPr>
          <a:xfrm>
            <a:off x="563880" y="1340510"/>
            <a:ext cx="5532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overlays respect the following shape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and Left view.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 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Metadata controlled by properties manager's bellow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B5A4E-BCE4-DA38-A391-F8FF7F788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921"/>
          <a:stretch>
            <a:fillRect/>
          </a:stretch>
        </p:blipFill>
        <p:spPr>
          <a:xfrm>
            <a:off x="618744" y="2578534"/>
            <a:ext cx="4921609" cy="1700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A375BF-A491-A98C-420B-EB01B295D33E}"/>
              </a:ext>
            </a:extLst>
          </p:cNvPr>
          <p:cNvSpPr/>
          <p:nvPr/>
        </p:nvSpPr>
        <p:spPr>
          <a:xfrm>
            <a:off x="7301997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A306-CB9D-D9CF-68D3-71E00D721320}"/>
              </a:ext>
            </a:extLst>
          </p:cNvPr>
          <p:cNvSpPr/>
          <p:nvPr/>
        </p:nvSpPr>
        <p:spPr>
          <a:xfrm>
            <a:off x="10089663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83440-3977-3BCB-2B01-0CCC3CC77FAA}"/>
              </a:ext>
            </a:extLst>
          </p:cNvPr>
          <p:cNvSpPr txBox="1"/>
          <p:nvPr/>
        </p:nvSpPr>
        <p:spPr>
          <a:xfrm>
            <a:off x="10419609" y="5884147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964B6-410B-F907-8764-BCDCDCAFF93F}"/>
              </a:ext>
            </a:extLst>
          </p:cNvPr>
          <p:cNvSpPr/>
          <p:nvPr/>
        </p:nvSpPr>
        <p:spPr>
          <a:xfrm>
            <a:off x="9474200" y="4781384"/>
            <a:ext cx="2102104" cy="52213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E2D6D-2E0C-D60B-F562-30BA6CC32BE8}"/>
              </a:ext>
            </a:extLst>
          </p:cNvPr>
          <p:cNvSpPr/>
          <p:nvPr/>
        </p:nvSpPr>
        <p:spPr>
          <a:xfrm>
            <a:off x="6419087" y="1327318"/>
            <a:ext cx="791469" cy="3752682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FFF57-6B3C-D83A-1F0E-3BF728108034}"/>
              </a:ext>
            </a:extLst>
          </p:cNvPr>
          <p:cNvSpPr txBox="1"/>
          <p:nvPr/>
        </p:nvSpPr>
        <p:spPr>
          <a:xfrm>
            <a:off x="7301997" y="584384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2EC1F-163D-34E6-EFF2-C7648B04C08F}"/>
              </a:ext>
            </a:extLst>
          </p:cNvPr>
          <p:cNvSpPr txBox="1"/>
          <p:nvPr/>
        </p:nvSpPr>
        <p:spPr>
          <a:xfrm>
            <a:off x="8687179" y="5895868"/>
            <a:ext cx="121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367D8-A97E-82D3-0444-161B6C3518EE}"/>
              </a:ext>
            </a:extLst>
          </p:cNvPr>
          <p:cNvSpPr txBox="1"/>
          <p:nvPr/>
        </p:nvSpPr>
        <p:spPr>
          <a:xfrm>
            <a:off x="4768141" y="455735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9C21D2-34AF-E69C-836F-5A7C8A82CFB1}"/>
              </a:ext>
            </a:extLst>
          </p:cNvPr>
          <p:cNvCxnSpPr>
            <a:stCxn id="23" idx="3"/>
          </p:cNvCxnSpPr>
          <p:nvPr/>
        </p:nvCxnSpPr>
        <p:spPr>
          <a:xfrm flipV="1">
            <a:off x="5863897" y="4114800"/>
            <a:ext cx="555191" cy="596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D544A4-6904-B5ED-9762-227FC6964A57}"/>
              </a:ext>
            </a:extLst>
          </p:cNvPr>
          <p:cNvCxnSpPr>
            <a:cxnSpLocks/>
          </p:cNvCxnSpPr>
          <p:nvPr/>
        </p:nvCxnSpPr>
        <p:spPr>
          <a:xfrm flipV="1">
            <a:off x="7709680" y="4781384"/>
            <a:ext cx="538132" cy="1142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3A756A-EF65-8D39-3518-67D940B0C96F}"/>
              </a:ext>
            </a:extLst>
          </p:cNvPr>
          <p:cNvCxnSpPr>
            <a:cxnSpLocks/>
          </p:cNvCxnSpPr>
          <p:nvPr/>
        </p:nvCxnSpPr>
        <p:spPr>
          <a:xfrm flipV="1">
            <a:off x="9391913" y="5362891"/>
            <a:ext cx="1027696" cy="632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EC35B2-6379-C26B-1FB4-463E988BB7D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1515365" y="4781384"/>
            <a:ext cx="216387" cy="1256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36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B61C-CAE3-C0CD-B0BF-C4BC965F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541306F9-D6B4-3399-B6E6-74754CAD2A7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303E372F-C263-6FD8-02CE-9E382AC7D5AD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032FBA2-69F7-C165-D89C-3F03E11EDC98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99D940AD-90A2-76D8-B60E-34427F6C4163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DEDD6-5E85-293C-0E2D-86DFFAFC71F6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case : </a:t>
            </a:r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39A2CF88-D7A7-85D6-EB50-A7D749B1789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B0B591-99B5-2EE2-6723-E46CB5BF56A9}"/>
              </a:ext>
            </a:extLst>
          </p:cNvPr>
          <p:cNvSpPr txBox="1"/>
          <p:nvPr/>
        </p:nvSpPr>
        <p:spPr>
          <a:xfrm>
            <a:off x="563880" y="134051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will pe positioned based on reference points :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0CC05D-9299-C4FD-84E6-DA203EA34D03}"/>
              </a:ext>
            </a:extLst>
          </p:cNvPr>
          <p:cNvSpPr txBox="1"/>
          <p:nvPr/>
        </p:nvSpPr>
        <p:spPr>
          <a:xfrm>
            <a:off x="548640" y="3424557"/>
            <a:ext cx="525949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control the cut  of the right view in the overlay; the right view is already assigned the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righ_view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configuration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control of the cut is done by the programmer based by changing the value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std_ref_point_right@std_ref_point_right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the cases we have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old cut was based on the scale of the view was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std_ref_point_right@std_ref_point_right = 2.01175in/ "scale“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</a:t>
            </a: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of standard cases but for cases with VR its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OK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programmer will need to give the appropriate value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F3FBA4D-D5A8-F722-39CA-F0CB04F5488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5853" y="1863730"/>
            <a:ext cx="3291893" cy="1062737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FFC7FAB-6255-BA26-3153-E363B07D2412}"/>
              </a:ext>
            </a:extLst>
          </p:cNvPr>
          <p:cNvSpPr/>
          <p:nvPr/>
        </p:nvSpPr>
        <p:spPr>
          <a:xfrm>
            <a:off x="1126067" y="1639849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D37FC4-66EA-8E7D-DA6B-EBBCA48491E0}"/>
              </a:ext>
            </a:extLst>
          </p:cNvPr>
          <p:cNvSpPr/>
          <p:nvPr/>
        </p:nvSpPr>
        <p:spPr>
          <a:xfrm>
            <a:off x="1126067" y="2484497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4C860B-E5D9-3E66-F75D-774DB13ED5A1}"/>
              </a:ext>
            </a:extLst>
          </p:cNvPr>
          <p:cNvCxnSpPr>
            <a:stCxn id="42" idx="3"/>
          </p:cNvCxnSpPr>
          <p:nvPr/>
        </p:nvCxnSpPr>
        <p:spPr>
          <a:xfrm>
            <a:off x="2988733" y="2047591"/>
            <a:ext cx="1016000" cy="6617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C20A02D-F573-A9CB-6CE0-7CC61FF98B4B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 flipV="1">
            <a:off x="2988733" y="2395099"/>
            <a:ext cx="877120" cy="497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A8A4056-E4B8-A129-3EF1-E76F761C5C71}"/>
              </a:ext>
            </a:extLst>
          </p:cNvPr>
          <p:cNvSpPr txBox="1"/>
          <p:nvPr/>
        </p:nvSpPr>
        <p:spPr>
          <a:xfrm>
            <a:off x="6353386" y="3424556"/>
            <a:ext cx="52594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control the cut  of the right view in the overlay; the right view is already assigned the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left_view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configuration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control of the cut is done by the programmer based by changing the value of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std_ref_point_left@std_ref_point_left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the cases we have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old cut was based on the scale of the view was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std_ref_point_left@std_ref_point_left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2.01175in/ "scale“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</a:t>
            </a: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of standard cases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4D876B4-2B13-63E0-67EF-37BB5318D66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12583"/>
          <a:stretch>
            <a:fillRect/>
          </a:stretch>
        </p:blipFill>
        <p:spPr>
          <a:xfrm>
            <a:off x="828039" y="1648287"/>
            <a:ext cx="2568866" cy="167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67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4087-4690-502E-BC46-48535B17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2C8BFB-388B-48D8-0EFC-5422AF0FE79C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503462-8FA0-4050-DEFF-BCEAAA8C41C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E59613-0D78-F494-7021-B231A3C83D8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C46997-BDBF-6F47-2F4C-9D6F93F5D1D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099B5-9CAC-7E3D-3977-F8501C22F8C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8EFFED-4DBE-85C9-CA2D-C8CE9C18FAAC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A6CD1-8A8F-4F90-FF4B-60D3625D324A}"/>
              </a:ext>
            </a:extLst>
          </p:cNvPr>
          <p:cNvSpPr txBox="1"/>
          <p:nvPr/>
        </p:nvSpPr>
        <p:spPr>
          <a:xfrm>
            <a:off x="563879" y="1340510"/>
            <a:ext cx="58460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 will have the same scale; the scale is chosen based on FL values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Limits: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x400 : T ≤ 0.0134 in or 0.3403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x300 : T ≤ 0.0180 in or 0.4572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x200 : T ≤ 0.0272 in or 0.6908 mm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x100 : T ≤ 0.0542 in or 1.3766 mm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scales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S100 = 1:60.8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S200 = 1:121.1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S300 = 1:183.0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S400 = 1:246.0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Image 9" descr="Une image contenant texte, capture d’écran, Bleu électrique, Police&#10;&#10;Le contenu généré par l’IA peut être incorrect.">
            <a:extLst>
              <a:ext uri="{FF2B5EF4-FFF2-40B4-BE49-F238E27FC236}">
                <a16:creationId xmlns:a16="http://schemas.microsoft.com/office/drawing/2014/main" id="{BA6E3393-0515-EE99-0A3E-BCE4DA58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923182"/>
            <a:ext cx="5202936" cy="390220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42CE5B-FBC4-06B4-B609-436111065EA8}"/>
              </a:ext>
            </a:extLst>
          </p:cNvPr>
          <p:cNvSpPr/>
          <p:nvPr/>
        </p:nvSpPr>
        <p:spPr>
          <a:xfrm>
            <a:off x="7562088" y="3429000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2E5A7-BC5C-463E-8E9E-783525873E4A}"/>
              </a:ext>
            </a:extLst>
          </p:cNvPr>
          <p:cNvSpPr/>
          <p:nvPr/>
        </p:nvSpPr>
        <p:spPr>
          <a:xfrm>
            <a:off x="10177272" y="3439943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DF54-F98E-7309-AC35-D7E2DB54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1F92044-1B1D-2435-736F-173804F259E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9411CA4-1BD4-FA81-F9EA-461EC3FE9341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95E7D21-191B-1FB9-9262-AAC9254A283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3B7DD76-F379-6BAF-0036-2F6C91D2286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12E3CB-499B-9DBF-9435-26B78728BAD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9D07E10B-9559-228F-A2B5-7FC2F6CB840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94532F-76AF-3C41-42C2-ABA9753B324F}"/>
              </a:ext>
            </a:extLst>
          </p:cNvPr>
          <p:cNvSpPr txBox="1"/>
          <p:nvPr/>
        </p:nvSpPr>
        <p:spPr>
          <a:xfrm>
            <a:off x="970070" y="5999943"/>
            <a:ext cx="988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The programmer need to change the values of the parameters in equation &amp;  inside the sketches based of above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C2CA5-04EA-72A3-E704-79CCD197A2A2}"/>
              </a:ext>
            </a:extLst>
          </p:cNvPr>
          <p:cNvSpPr txBox="1"/>
          <p:nvPr/>
        </p:nvSpPr>
        <p:spPr>
          <a:xfrm>
            <a:off x="2971423" y="1623444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W to MAX values &amp; W_MIN inside the sketch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081B36-4CD4-9873-D576-4F4FBA6A910D}"/>
              </a:ext>
            </a:extLst>
          </p:cNvPr>
          <p:cNvSpPr txBox="1"/>
          <p:nvPr/>
        </p:nvSpPr>
        <p:spPr>
          <a:xfrm>
            <a:off x="2834640" y="2004846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2E86AB-21E0-CB70-DAB7-8764E56D26DF}"/>
              </a:ext>
            </a:extLst>
          </p:cNvPr>
          <p:cNvSpPr txBox="1"/>
          <p:nvPr/>
        </p:nvSpPr>
        <p:spPr>
          <a:xfrm>
            <a:off x="3087757" y="235160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VW=W , Change VW , VRA to MAX &amp; VR to MIN &amp; VW_MIN , VRA_MIN, VRA_MAX inside the sketch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93AF8E-67DB-8CB7-18AB-DF2D606F42B2}"/>
              </a:ext>
            </a:extLst>
          </p:cNvPr>
          <p:cNvSpPr txBox="1"/>
          <p:nvPr/>
        </p:nvSpPr>
        <p:spPr>
          <a:xfrm>
            <a:off x="3187376" y="2642674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VW≠W , Change VW , VRA, W, ISA to MAX &amp; VR to MIN &amp; VW_MIN , VRA_MIN, VRA_MAX, W_MIN, ISA_MIN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551E4D-DE5B-1FF5-D979-C90BF05BE272}"/>
              </a:ext>
            </a:extLst>
          </p:cNvPr>
          <p:cNvSpPr txBox="1"/>
          <p:nvPr/>
        </p:nvSpPr>
        <p:spPr>
          <a:xfrm>
            <a:off x="3087757" y="33186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T, FD to MAX &amp; T_MIN. FD_MIN inside sketch this the standard case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10E5FC-6D1B-6FAC-AFB8-50BE535F120A}"/>
              </a:ext>
            </a:extLst>
          </p:cNvPr>
          <p:cNvSpPr txBox="1"/>
          <p:nvPr/>
        </p:nvSpPr>
        <p:spPr>
          <a:xfrm>
            <a:off x="3087757" y="3615969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SLB, Change T, FD to MAX &amp; T_MIN. FD_MIN inside sketch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6EB9F6-28E0-77E0-5AEA-E4D99F3A952F}"/>
              </a:ext>
            </a:extLst>
          </p:cNvPr>
          <p:cNvSpPr txBox="1"/>
          <p:nvPr/>
        </p:nvSpPr>
        <p:spPr>
          <a:xfrm>
            <a:off x="3036012" y="3936023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RA2, Change T, FD,RA2H to MAX &amp; T_MIN. FD_MIN, RA2H_MIN inside sketch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F9EE43-D607-1A95-1499-927A9FD42AB3}"/>
              </a:ext>
            </a:extLst>
          </p:cNvPr>
          <p:cNvSpPr txBox="1"/>
          <p:nvPr/>
        </p:nvSpPr>
        <p:spPr>
          <a:xfrm>
            <a:off x="3087757" y="43094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 &amp; SLB, Change T, FD,RA2H to MAX &amp; T_MIN. FD_MIN, RA2H_MIN inside sketch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F533AF-6DF2-B10D-FF77-3941A905DCD4}"/>
              </a:ext>
            </a:extLst>
          </p:cNvPr>
          <p:cNvSpPr txBox="1"/>
          <p:nvPr/>
        </p:nvSpPr>
        <p:spPr>
          <a:xfrm>
            <a:off x="2733284" y="3019720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34A4C6C-A7CA-22A0-0ECD-9A1E32C78A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6980" y="1588248"/>
            <a:ext cx="3031760" cy="303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94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A4C3-6AB5-08B3-3DEF-2CF462BB9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F061C5F-5C8E-726D-AA9C-08567F92C7AB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6239435-399F-9D48-9317-F03D55230CF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7FEE506-B0CA-AE80-EE29-C79103B7F27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08CDA81-EC07-8A43-32F9-65A76BBFF79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62AB1-F766-8C24-8E03-41F033F2B3F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45CK Series – FG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FG overlays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4F01A26C-C05A-315E-CF32-08D9CEC8746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D3BF0A-2B28-7E51-8269-5A829F997949}"/>
              </a:ext>
            </a:extLst>
          </p:cNvPr>
          <p:cNvSpPr txBox="1"/>
          <p:nvPr/>
        </p:nvSpPr>
        <p:spPr>
          <a:xfrm>
            <a:off x="970070" y="5999943"/>
            <a:ext cx="988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The programmer need to change the values of the parameters in equation &amp;  inside the sketches based of above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1417CA-4A10-6925-B4CF-EA0DA7D0978E}"/>
              </a:ext>
            </a:extLst>
          </p:cNvPr>
          <p:cNvSpPr txBox="1"/>
          <p:nvPr/>
        </p:nvSpPr>
        <p:spPr>
          <a:xfrm>
            <a:off x="2971423" y="1623444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W to MAX values &amp; W_MIN inside the sketch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AF161C-0728-A652-D8B5-0A2B9F10C3ED}"/>
              </a:ext>
            </a:extLst>
          </p:cNvPr>
          <p:cNvSpPr txBox="1"/>
          <p:nvPr/>
        </p:nvSpPr>
        <p:spPr>
          <a:xfrm>
            <a:off x="2834640" y="2004846"/>
            <a:ext cx="6736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inside the sketch  W_MIN, W_MAX , W parameter remain nominal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E1FE7F-A345-60C5-634E-6917EA1269D7}"/>
              </a:ext>
            </a:extLst>
          </p:cNvPr>
          <p:cNvSpPr txBox="1"/>
          <p:nvPr/>
        </p:nvSpPr>
        <p:spPr>
          <a:xfrm>
            <a:off x="3087757" y="235160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VW=W , Change VW , VRA to MAX &amp; VR to MIN &amp; VW_MIN , VRA_MIN, VRA_MAX inside the sketch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3CB698-8101-1B6F-75CB-CB1D4836C8CA}"/>
              </a:ext>
            </a:extLst>
          </p:cNvPr>
          <p:cNvSpPr txBox="1"/>
          <p:nvPr/>
        </p:nvSpPr>
        <p:spPr>
          <a:xfrm>
            <a:off x="3187376" y="2642674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VW≠W , Change VW , VRA, W, ISA to MAX &amp; VR to MIN &amp; VW_MIN , VRA_MIN, VRA_MAX, W_MIN, ISA_MIN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8CF1BC-27F2-A21C-4334-3B0BA98AAABC}"/>
              </a:ext>
            </a:extLst>
          </p:cNvPr>
          <p:cNvSpPr txBox="1"/>
          <p:nvPr/>
        </p:nvSpPr>
        <p:spPr>
          <a:xfrm>
            <a:off x="3087757" y="33186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T, FD to MAX &amp; T_MIN. FD_MIN inside sketch this the standard case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DFAA97-9F78-1EDD-4C44-670F63E58AF5}"/>
              </a:ext>
            </a:extLst>
          </p:cNvPr>
          <p:cNvSpPr txBox="1"/>
          <p:nvPr/>
        </p:nvSpPr>
        <p:spPr>
          <a:xfrm>
            <a:off x="3087757" y="3615969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SLB, Change T, FD to MAX &amp; T_MIN. FD_MIN inside sketch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37DCD1-DF8E-4721-B24B-4A1C1703FA62}"/>
              </a:ext>
            </a:extLst>
          </p:cNvPr>
          <p:cNvSpPr txBox="1"/>
          <p:nvPr/>
        </p:nvSpPr>
        <p:spPr>
          <a:xfrm>
            <a:off x="3036012" y="3936023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RA2, Change T, FD,RA2H to MAX &amp; T_MIN. FD_MIN, RA2H_MIN inside sketch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F1E2BB-03D1-D23E-E1F0-CB90CAB47BB8}"/>
              </a:ext>
            </a:extLst>
          </p:cNvPr>
          <p:cNvSpPr txBox="1"/>
          <p:nvPr/>
        </p:nvSpPr>
        <p:spPr>
          <a:xfrm>
            <a:off x="3087757" y="43094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 &amp; SLB, Change T, FD,RA2H to MAX &amp; T_MIN. FD_MIN, RA2H_MIN inside sketch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DD2AB5-096F-3D5E-3C04-71AAA4D14124}"/>
              </a:ext>
            </a:extLst>
          </p:cNvPr>
          <p:cNvSpPr txBox="1"/>
          <p:nvPr/>
        </p:nvSpPr>
        <p:spPr>
          <a:xfrm>
            <a:off x="2733284" y="3019720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B, GA, GD to MIN values &amp; B_MAX, GA_MAX, GD_MAX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E966899-802C-D276-14CF-68DD0C0C7F3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6980" y="1588248"/>
            <a:ext cx="3031760" cy="303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2276</Words>
  <Application>Microsoft Office PowerPoint</Application>
  <PresentationFormat>Widescreen</PresentationFormat>
  <Paragraphs>211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Agnaou</dc:creator>
  <cp:lastModifiedBy>Youssef Agnaou</cp:lastModifiedBy>
  <cp:revision>129</cp:revision>
  <dcterms:created xsi:type="dcterms:W3CDTF">2026-07-26T18:29:11Z</dcterms:created>
  <dcterms:modified xsi:type="dcterms:W3CDTF">2026-08-18T09:43:00Z</dcterms:modified>
</cp:coreProperties>
</file>