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72" r:id="rId10"/>
    <p:sldId id="266" r:id="rId11"/>
    <p:sldId id="268" r:id="rId12"/>
    <p:sldId id="270" r:id="rId13"/>
    <p:sldId id="271" r:id="rId14"/>
    <p:sldId id="273" r:id="rId15"/>
    <p:sldId id="267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9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DCB9-8D50-3FBB-3749-3B22E643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ABABF-1C97-BD47-F447-DAC4666FE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A8268-6AD0-D251-C977-A2F4F0686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6F1A8-BB35-E22D-5786-EC05F4124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77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CFC9-B356-33FE-6411-43638BFF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2B9E1-E770-E0EA-470C-11FB82283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E2FB-FBA8-6ABF-75C3-04D08EA2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6007E-7A4C-05F6-93D7-6ED22DE07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5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D9AA-659C-F331-3D9B-7206E42F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A2499-B0D2-82E4-20F5-5AD2DD834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195DD-EFD6-65F8-528E-6EFB9F4CA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B9175-7D35-3DFA-1349-0CCE82370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01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46E6-9EC5-5A70-775C-E04258D9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586A8-6E46-B1AF-2AEA-45DF66E75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DC4FD-F19C-06F2-DE24-A5D86A440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740CD-6CF4-9B10-B937-90085BF7A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434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5C92-ABC7-741E-5DC1-44875018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D875E-A41A-C3F9-CA7F-A24EC72D6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3E671-5456-7E29-606E-B2D1D603E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94BB1-D1D7-84EB-6D72-8DC6722A3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913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A014-50C5-2340-ACDC-855C58BA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29E0E-B995-E35D-BA76-EF869A9D1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00B60-42EB-084F-2170-82E23283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4F90-002A-D8FE-D6AD-32403B3E6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77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4994-74E0-E170-F66F-2EBF052F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CCAB2-A5AC-7C80-147E-7956734F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F4535-E430-73CE-49A1-38960A801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D7D3B-468C-A79E-60F3-C3869507C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217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C0D8-A1F7-408A-2EC5-59D92A9D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960E9-2EB9-3D8C-48A6-477C9C21F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379C6-48B5-28E0-20D6-1B3F5E571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FEEFE-F077-C601-A52F-7B2ED9BE9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3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Wire (LW) Wedge Series – CKVD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CKVD_REL_Rev2_07262026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2026-26-07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- 70° V-Groove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CKVD series has a 70° deep V-groove design for Cho-onpa heavy wire bonder. Typically, with symmetrical front and back radii around 30% of the wire diameter. Also available with larger back radius to help guide the wire through the groove.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562553"/>
            <a:ext cx="10794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Construction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CVKD has two shank style :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 &amp; SYLE_B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 don’t know if we have in database these, but we can select which type by values , if we don’t have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or FX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 it means it’s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else its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3D models is based on the bellow sketches; these sketch has all the required dimension to construction the 3D models and drawings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3880" y="1686581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FA440B-8DD9-5F51-22E0-C060A05053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3059095"/>
            <a:ext cx="3108752" cy="1173343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CAC6DB-B60D-931B-447B-74A00379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04602"/>
              </p:ext>
            </p:extLst>
          </p:nvPr>
        </p:nvGraphicFramePr>
        <p:xfrm>
          <a:off x="4024332" y="2858585"/>
          <a:ext cx="79543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655">
                  <a:extLst>
                    <a:ext uri="{9D8B030D-6E8A-4147-A177-3AD203B41FA5}">
                      <a16:colId xmlns:a16="http://schemas.microsoft.com/office/drawing/2014/main" val="3600172029"/>
                    </a:ext>
                  </a:extLst>
                </a:gridCol>
                <a:gridCol w="5372653">
                  <a:extLst>
                    <a:ext uri="{9D8B030D-6E8A-4147-A177-3AD203B41FA5}">
                      <a16:colId xmlns:a16="http://schemas.microsoft.com/office/drawing/2014/main" val="3162871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annotation_top_plan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TD - TDF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8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annotation_right_plan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 – ISA – VW – VR – VRR – VRA – TL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style_a_annotation_front_plan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 – ER – BA – FL – F –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FR – BR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35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style_b_annotation_front_plan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FA - E – ER – BA – FL – F –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BRX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– FR – BR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26480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557245" y="4405952"/>
            <a:ext cx="10794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FRX/BRX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exist in database we push to the equation file, if they don’t have values, we calculate them based on the equation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DBBF33-B288-C427-DACF-75637DF41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" y="4817960"/>
            <a:ext cx="2772849" cy="5360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F8167F2-8CC6-A36F-2828-3DE9F41E738B}"/>
              </a:ext>
            </a:extLst>
          </p:cNvPr>
          <p:cNvSpPr txBox="1"/>
          <p:nvPr/>
        </p:nvSpPr>
        <p:spPr>
          <a:xfrm>
            <a:off x="3571148" y="4905086"/>
            <a:ext cx="5950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CKVD we consider FA and BA = 0° just for the equation !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41184A-2145-42B2-0760-B89C15E9FECF}"/>
              </a:ext>
            </a:extLst>
          </p:cNvPr>
          <p:cNvSpPr txBox="1"/>
          <p:nvPr/>
        </p:nvSpPr>
        <p:spPr>
          <a:xfrm>
            <a:off x="618744" y="5495224"/>
            <a:ext cx="10794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X/FX, we always input X , But in some cases X value is missing so we use this equation :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= TDF - (FL+FX) </a:t>
            </a:r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3D for Customer / Production Drawings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7669E-B41B-5772-90E2-ED31015CA83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802" y="1444803"/>
            <a:ext cx="3429975" cy="46103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A69F5E-213A-DA09-B4EE-57C60BE941F5}"/>
              </a:ext>
            </a:extLst>
          </p:cNvPr>
          <p:cNvCxnSpPr/>
          <p:nvPr/>
        </p:nvCxnSpPr>
        <p:spPr>
          <a:xfrm flipH="1">
            <a:off x="3006694" y="16209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1B6535-74E1-D403-AD4E-D88657502E3C}"/>
              </a:ext>
            </a:extLst>
          </p:cNvPr>
          <p:cNvCxnSpPr/>
          <p:nvPr/>
        </p:nvCxnSpPr>
        <p:spPr>
          <a:xfrm flipH="1">
            <a:off x="2468847" y="4294909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619D1-69F6-E44D-4840-61CAF1E97F89}"/>
              </a:ext>
            </a:extLst>
          </p:cNvPr>
          <p:cNvCxnSpPr/>
          <p:nvPr/>
        </p:nvCxnSpPr>
        <p:spPr>
          <a:xfrm flipH="1">
            <a:off x="3107283" y="198120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D2B615-52A1-B362-7241-6AA965B3810F}"/>
              </a:ext>
            </a:extLst>
          </p:cNvPr>
          <p:cNvCxnSpPr/>
          <p:nvPr/>
        </p:nvCxnSpPr>
        <p:spPr>
          <a:xfrm flipH="1">
            <a:off x="3782258" y="229431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B9A903-278A-6B0B-4607-4709F886C691}"/>
              </a:ext>
            </a:extLst>
          </p:cNvPr>
          <p:cNvCxnSpPr/>
          <p:nvPr/>
        </p:nvCxnSpPr>
        <p:spPr>
          <a:xfrm flipH="1">
            <a:off x="3782258" y="265453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D5F954-E835-1CD9-1EB2-116A51824563}"/>
              </a:ext>
            </a:extLst>
          </p:cNvPr>
          <p:cNvCxnSpPr/>
          <p:nvPr/>
        </p:nvCxnSpPr>
        <p:spPr>
          <a:xfrm flipH="1">
            <a:off x="2468846" y="458955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C5C2A4-E36D-BB2A-6173-7CA7E3AACBE8}"/>
              </a:ext>
            </a:extLst>
          </p:cNvPr>
          <p:cNvCxnSpPr/>
          <p:nvPr/>
        </p:nvCxnSpPr>
        <p:spPr>
          <a:xfrm flipH="1">
            <a:off x="1876163" y="295933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C35E69-89A8-E7F5-BA50-2236B4CD0DB6}"/>
              </a:ext>
            </a:extLst>
          </p:cNvPr>
          <p:cNvCxnSpPr/>
          <p:nvPr/>
        </p:nvCxnSpPr>
        <p:spPr>
          <a:xfrm flipH="1">
            <a:off x="2035713" y="3311237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F7665D-D0FD-1220-3FC7-703622CD5BE1}"/>
              </a:ext>
            </a:extLst>
          </p:cNvPr>
          <p:cNvCxnSpPr/>
          <p:nvPr/>
        </p:nvCxnSpPr>
        <p:spPr>
          <a:xfrm flipH="1">
            <a:off x="1976752" y="3961015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A5604B-A8BE-2889-3C1D-96131A2D483A}"/>
              </a:ext>
            </a:extLst>
          </p:cNvPr>
          <p:cNvCxnSpPr/>
          <p:nvPr/>
        </p:nvCxnSpPr>
        <p:spPr>
          <a:xfrm flipH="1">
            <a:off x="2086360" y="363082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02C8642-4956-DAD3-7027-E25090E217A9}"/>
              </a:ext>
            </a:extLst>
          </p:cNvPr>
          <p:cNvSpPr txBox="1"/>
          <p:nvPr/>
        </p:nvSpPr>
        <p:spPr>
          <a:xfrm>
            <a:off x="4185997" y="148943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06F4F2-6D57-DAFE-CB98-20A477C0F576}"/>
              </a:ext>
            </a:extLst>
          </p:cNvPr>
          <p:cNvSpPr txBox="1"/>
          <p:nvPr/>
        </p:nvSpPr>
        <p:spPr>
          <a:xfrm>
            <a:off x="4347523" y="18415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7ACE2-0569-15B1-57B5-C82D961FA60C}"/>
              </a:ext>
            </a:extLst>
          </p:cNvPr>
          <p:cNvSpPr txBox="1"/>
          <p:nvPr/>
        </p:nvSpPr>
        <p:spPr>
          <a:xfrm>
            <a:off x="4912789" y="215240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7ED23E-99CA-FE77-FE5C-90F4B4CED56A}"/>
              </a:ext>
            </a:extLst>
          </p:cNvPr>
          <p:cNvSpPr txBox="1"/>
          <p:nvPr/>
        </p:nvSpPr>
        <p:spPr>
          <a:xfrm>
            <a:off x="5004230" y="25006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8F5852-21C7-A78B-A165-C1A3DFA9B6F4}"/>
              </a:ext>
            </a:extLst>
          </p:cNvPr>
          <p:cNvSpPr txBox="1"/>
          <p:nvPr/>
        </p:nvSpPr>
        <p:spPr>
          <a:xfrm>
            <a:off x="3107283" y="280143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7828E5-663D-4761-3F51-3E8B33E7CA52}"/>
              </a:ext>
            </a:extLst>
          </p:cNvPr>
          <p:cNvSpPr txBox="1"/>
          <p:nvPr/>
        </p:nvSpPr>
        <p:spPr>
          <a:xfrm>
            <a:off x="3216891" y="3157348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84B772-8B85-44AE-EB3C-C61F61A1FA2D}"/>
              </a:ext>
            </a:extLst>
          </p:cNvPr>
          <p:cNvSpPr txBox="1"/>
          <p:nvPr/>
        </p:nvSpPr>
        <p:spPr>
          <a:xfrm>
            <a:off x="3267538" y="347619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86428-E24E-A5E7-62FA-C36EB44040DB}"/>
              </a:ext>
            </a:extLst>
          </p:cNvPr>
          <p:cNvSpPr txBox="1"/>
          <p:nvPr/>
        </p:nvSpPr>
        <p:spPr>
          <a:xfrm>
            <a:off x="3123875" y="381182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: VR/VW/VRR/VRA exist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F54FE-8A4A-428A-C300-6351E2F1ADAB}"/>
              </a:ext>
            </a:extLst>
          </p:cNvPr>
          <p:cNvSpPr txBox="1"/>
          <p:nvPr/>
        </p:nvSpPr>
        <p:spPr>
          <a:xfrm>
            <a:off x="3632354" y="4127887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style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266083-960E-4878-C138-DE8F8C071224}"/>
              </a:ext>
            </a:extLst>
          </p:cNvPr>
          <p:cNvSpPr txBox="1"/>
          <p:nvPr/>
        </p:nvSpPr>
        <p:spPr>
          <a:xfrm>
            <a:off x="3645938" y="443566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style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287457-BDA5-E829-5CAE-0CC58E96278D}"/>
              </a:ext>
            </a:extLst>
          </p:cNvPr>
          <p:cNvCxnSpPr/>
          <p:nvPr/>
        </p:nvCxnSpPr>
        <p:spPr>
          <a:xfrm flipH="1">
            <a:off x="2960390" y="4966398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34F376-CFB8-2DAA-4BE5-C54610BDB799}"/>
              </a:ext>
            </a:extLst>
          </p:cNvPr>
          <p:cNvCxnSpPr/>
          <p:nvPr/>
        </p:nvCxnSpPr>
        <p:spPr>
          <a:xfrm flipH="1">
            <a:off x="3393710" y="5301679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C8055E-1F9A-2602-909D-A7296AF9EC4F}"/>
              </a:ext>
            </a:extLst>
          </p:cNvPr>
          <p:cNvCxnSpPr/>
          <p:nvPr/>
        </p:nvCxnSpPr>
        <p:spPr>
          <a:xfrm flipH="1">
            <a:off x="3006693" y="565358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40D58F9-3C8F-5431-FBB1-B193ED39DF61}"/>
              </a:ext>
            </a:extLst>
          </p:cNvPr>
          <p:cNvCxnSpPr/>
          <p:nvPr/>
        </p:nvCxnSpPr>
        <p:spPr>
          <a:xfrm flipH="1">
            <a:off x="3393711" y="5955615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258B46F-8A16-8B79-6862-1D6776954295}"/>
              </a:ext>
            </a:extLst>
          </p:cNvPr>
          <p:cNvSpPr txBox="1"/>
          <p:nvPr/>
        </p:nvSpPr>
        <p:spPr>
          <a:xfrm>
            <a:off x="4137224" y="479165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OFF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333BF5-1184-3399-6366-48E3F8EDBE03}"/>
              </a:ext>
            </a:extLst>
          </p:cNvPr>
          <p:cNvSpPr txBox="1"/>
          <p:nvPr/>
        </p:nvSpPr>
        <p:spPr>
          <a:xfrm>
            <a:off x="4524241" y="513796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OFF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AFA0C6-2F14-F769-6E13-94C56D07C96C}"/>
              </a:ext>
            </a:extLst>
          </p:cNvPr>
          <p:cNvSpPr txBox="1"/>
          <p:nvPr/>
        </p:nvSpPr>
        <p:spPr>
          <a:xfrm>
            <a:off x="4170757" y="54921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OFF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14027F-7184-19BE-FC04-9AA71BAB316C}"/>
              </a:ext>
            </a:extLst>
          </p:cNvPr>
          <p:cNvSpPr txBox="1"/>
          <p:nvPr/>
        </p:nvSpPr>
        <p:spPr>
          <a:xfrm>
            <a:off x="4580313" y="580969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OFF</a:t>
            </a:r>
          </a:p>
        </p:txBody>
      </p:sp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74F97-C9DB-190B-818E-3DC8D50CF1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802" y="1444803"/>
            <a:ext cx="3429975" cy="46103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926A81-0EC7-FC3E-C4DE-350BE37992FB}"/>
              </a:ext>
            </a:extLst>
          </p:cNvPr>
          <p:cNvCxnSpPr/>
          <p:nvPr/>
        </p:nvCxnSpPr>
        <p:spPr>
          <a:xfrm flipH="1">
            <a:off x="3006694" y="16209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FB368C-38A5-D478-AA6B-EB28D67272F2}"/>
              </a:ext>
            </a:extLst>
          </p:cNvPr>
          <p:cNvCxnSpPr/>
          <p:nvPr/>
        </p:nvCxnSpPr>
        <p:spPr>
          <a:xfrm flipH="1">
            <a:off x="2468847" y="4294909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2EA942-EAB3-C441-17F1-23ADEA5E9C84}"/>
              </a:ext>
            </a:extLst>
          </p:cNvPr>
          <p:cNvCxnSpPr/>
          <p:nvPr/>
        </p:nvCxnSpPr>
        <p:spPr>
          <a:xfrm flipH="1">
            <a:off x="3107283" y="198120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D615B2-1304-58FB-FD90-DEBC538DFEBB}"/>
              </a:ext>
            </a:extLst>
          </p:cNvPr>
          <p:cNvCxnSpPr/>
          <p:nvPr/>
        </p:nvCxnSpPr>
        <p:spPr>
          <a:xfrm flipH="1">
            <a:off x="3782258" y="229431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EE6E44-D749-9278-AF42-1E56E5A30B07}"/>
              </a:ext>
            </a:extLst>
          </p:cNvPr>
          <p:cNvCxnSpPr/>
          <p:nvPr/>
        </p:nvCxnSpPr>
        <p:spPr>
          <a:xfrm flipH="1">
            <a:off x="3782258" y="265453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CC5187-16A0-19CC-BA12-5A82B6BF921C}"/>
              </a:ext>
            </a:extLst>
          </p:cNvPr>
          <p:cNvCxnSpPr/>
          <p:nvPr/>
        </p:nvCxnSpPr>
        <p:spPr>
          <a:xfrm flipH="1">
            <a:off x="2468846" y="458955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A2A36A-2A33-8CA8-68A1-7319869DF1F4}"/>
              </a:ext>
            </a:extLst>
          </p:cNvPr>
          <p:cNvCxnSpPr/>
          <p:nvPr/>
        </p:nvCxnSpPr>
        <p:spPr>
          <a:xfrm flipH="1">
            <a:off x="1876163" y="295933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556B9E-B1DE-6ABB-0C73-5E1601D37876}"/>
              </a:ext>
            </a:extLst>
          </p:cNvPr>
          <p:cNvCxnSpPr/>
          <p:nvPr/>
        </p:nvCxnSpPr>
        <p:spPr>
          <a:xfrm flipH="1">
            <a:off x="2035713" y="3311237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300EC7-E595-57E0-8CB6-DA3100EF34D9}"/>
              </a:ext>
            </a:extLst>
          </p:cNvPr>
          <p:cNvCxnSpPr/>
          <p:nvPr/>
        </p:nvCxnSpPr>
        <p:spPr>
          <a:xfrm flipH="1">
            <a:off x="1976752" y="3961015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CD365E-C7A4-8319-2E29-00848DEBB912}"/>
              </a:ext>
            </a:extLst>
          </p:cNvPr>
          <p:cNvCxnSpPr/>
          <p:nvPr/>
        </p:nvCxnSpPr>
        <p:spPr>
          <a:xfrm flipH="1">
            <a:off x="2086360" y="363082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381B44B-37FC-5039-6A08-A52F0E359D39}"/>
              </a:ext>
            </a:extLst>
          </p:cNvPr>
          <p:cNvSpPr txBox="1"/>
          <p:nvPr/>
        </p:nvSpPr>
        <p:spPr>
          <a:xfrm>
            <a:off x="4185997" y="148943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C18F38-0023-2015-1B69-B8036F60C1D1}"/>
              </a:ext>
            </a:extLst>
          </p:cNvPr>
          <p:cNvSpPr txBox="1"/>
          <p:nvPr/>
        </p:nvSpPr>
        <p:spPr>
          <a:xfrm>
            <a:off x="4347523" y="18415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E06C6B-25BA-C057-3E0B-91E876F712EE}"/>
              </a:ext>
            </a:extLst>
          </p:cNvPr>
          <p:cNvSpPr txBox="1"/>
          <p:nvPr/>
        </p:nvSpPr>
        <p:spPr>
          <a:xfrm>
            <a:off x="4912789" y="215240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C1003-A5C8-0BB6-E12A-16C00D4B6C62}"/>
              </a:ext>
            </a:extLst>
          </p:cNvPr>
          <p:cNvSpPr txBox="1"/>
          <p:nvPr/>
        </p:nvSpPr>
        <p:spPr>
          <a:xfrm>
            <a:off x="5004230" y="25006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7C0B2-2DB5-C5EF-9183-0ED714A25EEE}"/>
              </a:ext>
            </a:extLst>
          </p:cNvPr>
          <p:cNvSpPr txBox="1"/>
          <p:nvPr/>
        </p:nvSpPr>
        <p:spPr>
          <a:xfrm>
            <a:off x="3107283" y="280143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2934AD-60B8-8004-3A1D-DFB7CC1AD004}"/>
              </a:ext>
            </a:extLst>
          </p:cNvPr>
          <p:cNvSpPr txBox="1"/>
          <p:nvPr/>
        </p:nvSpPr>
        <p:spPr>
          <a:xfrm>
            <a:off x="3216891" y="3157348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40A1FA-4FB6-7A49-FD54-00620E448F2A}"/>
              </a:ext>
            </a:extLst>
          </p:cNvPr>
          <p:cNvSpPr txBox="1"/>
          <p:nvPr/>
        </p:nvSpPr>
        <p:spPr>
          <a:xfrm>
            <a:off x="3267538" y="347619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8E8412-E2E7-C01F-FDEC-21F9D0937ED8}"/>
              </a:ext>
            </a:extLst>
          </p:cNvPr>
          <p:cNvSpPr txBox="1"/>
          <p:nvPr/>
        </p:nvSpPr>
        <p:spPr>
          <a:xfrm>
            <a:off x="3123875" y="381182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: VR/VW/VRR/VRA exist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B2452C-13D9-144D-8F85-6E6021E2E85B}"/>
              </a:ext>
            </a:extLst>
          </p:cNvPr>
          <p:cNvSpPr txBox="1"/>
          <p:nvPr/>
        </p:nvSpPr>
        <p:spPr>
          <a:xfrm>
            <a:off x="3632354" y="4127887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style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59783-EEAC-BDE5-35C3-51D4253928B9}"/>
              </a:ext>
            </a:extLst>
          </p:cNvPr>
          <p:cNvSpPr txBox="1"/>
          <p:nvPr/>
        </p:nvSpPr>
        <p:spPr>
          <a:xfrm>
            <a:off x="3645938" y="443566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style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4F0C8F-7544-750D-E944-37407778AFFD}"/>
              </a:ext>
            </a:extLst>
          </p:cNvPr>
          <p:cNvCxnSpPr/>
          <p:nvPr/>
        </p:nvCxnSpPr>
        <p:spPr>
          <a:xfrm flipH="1">
            <a:off x="2960390" y="4966398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A45EBBD-493E-78AB-0103-09F3F294B372}"/>
              </a:ext>
            </a:extLst>
          </p:cNvPr>
          <p:cNvCxnSpPr/>
          <p:nvPr/>
        </p:nvCxnSpPr>
        <p:spPr>
          <a:xfrm flipH="1">
            <a:off x="3393710" y="5301679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8E06DF-9CE0-78DA-4818-1FD3548F2991}"/>
              </a:ext>
            </a:extLst>
          </p:cNvPr>
          <p:cNvCxnSpPr/>
          <p:nvPr/>
        </p:nvCxnSpPr>
        <p:spPr>
          <a:xfrm flipH="1">
            <a:off x="3006693" y="565358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2889CB-ACC7-D6B6-2A9C-BE20C94BCA81}"/>
              </a:ext>
            </a:extLst>
          </p:cNvPr>
          <p:cNvCxnSpPr/>
          <p:nvPr/>
        </p:nvCxnSpPr>
        <p:spPr>
          <a:xfrm flipH="1">
            <a:off x="3393711" y="5955615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105C2A7-BD04-CDE2-232B-D7A2888BFBD7}"/>
              </a:ext>
            </a:extLst>
          </p:cNvPr>
          <p:cNvSpPr txBox="1"/>
          <p:nvPr/>
        </p:nvSpPr>
        <p:spPr>
          <a:xfrm>
            <a:off x="4137224" y="4791650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99AD07-DE2A-EA2D-512C-AACA1F7E8560}"/>
              </a:ext>
            </a:extLst>
          </p:cNvPr>
          <p:cNvSpPr txBox="1"/>
          <p:nvPr/>
        </p:nvSpPr>
        <p:spPr>
          <a:xfrm>
            <a:off x="4524241" y="513796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C4B16E-224E-DACA-5D21-A6F7658BAC4C}"/>
              </a:ext>
            </a:extLst>
          </p:cNvPr>
          <p:cNvSpPr txBox="1"/>
          <p:nvPr/>
        </p:nvSpPr>
        <p:spPr>
          <a:xfrm>
            <a:off x="4170757" y="5492143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48F7AB-4D24-37F4-835F-AC567181BF39}"/>
              </a:ext>
            </a:extLst>
          </p:cNvPr>
          <p:cNvSpPr txBox="1"/>
          <p:nvPr/>
        </p:nvSpPr>
        <p:spPr>
          <a:xfrm>
            <a:off x="4580313" y="580969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shank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select the type of drawing from drawings properties manager, PGB no need to fill these properties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25707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FC87C4-0D3C-BD5B-98B4-FFF196F86E3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472" y="1283102"/>
            <a:ext cx="2150129" cy="50881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 style_a_annotation_front_plan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E@ style_a_annotation_front_plan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X@ style_a_annotation_front_plan if it's given in DB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FX@ style_a_annotation_front_plan if it’s given in DB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1B9B3-54B1-4009-86CF-0B81543BB5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1283102"/>
            <a:ext cx="2094992" cy="491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EBD2-188A-B111-D93F-D7429D1BE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86F7F-164B-B5E6-AC20-F8F6A07F2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911" y="1837943"/>
            <a:ext cx="2355427" cy="37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076787" y="1434729"/>
            <a:ext cx="85360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44B884-F98E-97BA-11F1-10F43470A2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579663"/>
            <a:ext cx="2152227" cy="37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1BA4-0CD1-28F2-A643-684C4338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20FBC6-0352-639E-975B-2B79E695D55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A1F5050-926A-8CB1-BDB9-64BE7536B7F1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F7DBAB-6257-CC3F-5D18-5B7D772AC12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4FBE20-E703-6C56-A9A2-EDC7AE9C45E3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F4E54-4407-FED2-E157-052822F6F70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34636CB-B4B0-C669-0AD3-4D7994A6E06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A2854B-D263-9E11-000D-4FCF44CEF4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472" y="1283102"/>
            <a:ext cx="2150129" cy="50881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F64D74-9B03-0A14-7671-BEFC9B8ACC9F}"/>
              </a:ext>
            </a:extLst>
          </p:cNvPr>
          <p:cNvSpPr txBox="1"/>
          <p:nvPr/>
        </p:nvSpPr>
        <p:spPr>
          <a:xfrm>
            <a:off x="3076787" y="1434729"/>
            <a:ext cx="85360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 style_a_annotation_front_plan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E@ style_a_annotation_front_plan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E@ 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X@ style_a_annotation_front_plan if it's given in DB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FX@ style_a_annotation_front_plan if it’s given in DB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71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C67B-F37D-2FA1-5946-5A898276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50B68B-BF3B-FF1C-6056-55BE9EC8A78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B293E61-BA50-0CC2-7C5A-4B21BD83BC85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404D9B3-4B01-A29B-0FC8-4810D143513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EB8A319-3666-B237-3720-A6985309A9B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ABED3-96AF-6F85-6BE2-CA161A46F01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E5158BF-5B93-68C1-D99C-3DD8EE8D6FE6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7CC9E-BD4E-5B57-5D26-4C721A249773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331A0-8163-D2BF-7532-465949980B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1283102"/>
            <a:ext cx="2094992" cy="491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00E4E-E63A-E3E5-1BCE-66960A31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C95BB-F4E0-43D8-2732-AA2CD8162F9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52B6952-8C77-8FF4-E61D-B46D25F83B05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76A915-E02F-6300-342E-649076C0B538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8805FA-4E3F-6D9C-8DE0-E090A00A5911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4B429-FCC3-8F99-E45B-7AAA7E4D4DBA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4CF6790-24BA-43AB-FC9A-1FDC34F19F6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EA1EE6-B28E-CF3F-3C2F-854FEAAE855F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766E8B-FA9C-3582-4AAF-77BFA5EEE4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11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F795-64F1-8A99-BE3A-FDF79CFE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E46139-29B9-E761-16B0-24095D72EA2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B3250C-DE20-562B-7D1D-245C36F4F03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DCD8E4-7E2B-C469-CE77-EA0F8829541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C38127-9D22-CCA8-5B38-46E5BD4908A3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4F416-F256-6906-FD89-6894E63C033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BA4DFC5-991E-8F4C-5946-947911A2237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CDD4B-0172-792B-FF0E-364D6318FA29}"/>
              </a:ext>
            </a:extLst>
          </p:cNvPr>
          <p:cNvSpPr txBox="1"/>
          <p:nvPr/>
        </p:nvSpPr>
        <p:spPr>
          <a:xfrm>
            <a:off x="3076787" y="1434729"/>
            <a:ext cx="85360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5C658-542D-7450-D13B-B3AA801BDF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911" y="1837943"/>
            <a:ext cx="2355427" cy="37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25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3F56-532D-DBFF-27AD-BF153D18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B42A0E-7B06-257A-D70D-03D4A02EB73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171D4C9-13DD-8FFA-0728-A1E2DF0F194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6822BB9-D334-FF3F-FFB5-CCC517F5895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1D48C5-4570-EDCC-7BA2-5794086F146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F6A07-848B-FFDE-CA6C-E3B195059041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FG: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8DCD9AF-3074-939A-0F98-2F30B1856EE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1B949-5AFB-8E5A-B2B2-ACC5591DDE2F}"/>
              </a:ext>
            </a:extLst>
          </p:cNvPr>
          <p:cNvSpPr txBox="1"/>
          <p:nvPr/>
        </p:nvSpPr>
        <p:spPr>
          <a:xfrm>
            <a:off x="3076787" y="1434729"/>
            <a:ext cx="85360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BRX@style_a_annotation_front_plan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given in DB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FRX@style_a_annotation_front_plan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given in DB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BRX@style_b_annotation_front_plan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given in DB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FRX@style_b_annotation_front_plan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given in DB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1F4884-5BBD-3D0E-8979-407947F23B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579663"/>
            <a:ext cx="2152227" cy="37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0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overlays respect the following shape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view.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controlled by properties manager's bellow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768141" y="455735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4EE22A-80D0-982B-CEA2-E43397B56EA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0900BD-7C41-175C-2072-945501702E6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CF37D4-D5D2-8AED-7403-FEF8D84A9CD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3E24FC-F11C-7784-6CE6-69B435C48A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DFD1-C34F-76A8-B7B6-D644E7B0359D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09B2E30-5AB7-1B7C-0D91-600709FA737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EA42-C17F-CF39-4779-BA0E54888277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will pe positioned based on reference points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0D8E8-26E6-674E-2E06-1AAFB9DA1C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4748"/>
          <a:stretch>
            <a:fillRect/>
          </a:stretch>
        </p:blipFill>
        <p:spPr>
          <a:xfrm>
            <a:off x="618744" y="1863730"/>
            <a:ext cx="2446072" cy="1171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0543C-6AC3-0768-609F-931B6041E3EB}"/>
              </a:ext>
            </a:extLst>
          </p:cNvPr>
          <p:cNvSpPr txBox="1"/>
          <p:nvPr/>
        </p:nvSpPr>
        <p:spPr>
          <a:xfrm>
            <a:off x="5305096" y="1691119"/>
            <a:ext cx="6307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cases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views will have by default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ref_point_a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ref_point_b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left view based on wedge style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67EB3-B027-BD14-39FE-20C61C6A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568" y="2722821"/>
            <a:ext cx="2205654" cy="542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9588DE-C461-3545-0746-B546EAA6FA27}"/>
              </a:ext>
            </a:extLst>
          </p:cNvPr>
          <p:cNvSpPr txBox="1"/>
          <p:nvPr/>
        </p:nvSpPr>
        <p:spPr>
          <a:xfrm>
            <a:off x="5305096" y="3404014"/>
            <a:ext cx="63077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 Standard cases : </a:t>
            </a:r>
            <a:r>
              <a:rPr lang="en-US" sz="14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have VR/VW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 view will have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 will have by default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ref_point_a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ref_point_b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left view based on wedge style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6DEA06-F441-E75E-B298-4DA251917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484" y="5677792"/>
            <a:ext cx="2127504" cy="5235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CBA8F5-EEDD-1427-8540-1227E3243D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297"/>
          <a:stretch>
            <a:fillRect/>
          </a:stretch>
        </p:blipFill>
        <p:spPr>
          <a:xfrm>
            <a:off x="6342515" y="5009507"/>
            <a:ext cx="2012053" cy="5427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E83CBC-ECE6-3E41-1D60-3B8F46E5BE7A}"/>
              </a:ext>
            </a:extLst>
          </p:cNvPr>
          <p:cNvSpPr txBox="1"/>
          <p:nvPr/>
        </p:nvSpPr>
        <p:spPr>
          <a:xfrm>
            <a:off x="548640" y="3265573"/>
            <a:ext cx="4663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positioned by the scale of the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controlled by parameters called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“, the programmer will give its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ref_point_a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positioned automatically using sketches</a:t>
            </a:r>
          </a:p>
        </p:txBody>
      </p:sp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 will have the same scale; the scale is chosen based on FL values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Limits: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 : FL ≤ 0.0134 in or 0.3403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 : FL ≤ 0.0180 in or 0.4572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 : FL ≤ 0.0272 in or 0.6908 mm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 : FL ≤ 0.0542 in or 1.3766 mm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scales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DFDAD-C8AE-5F13-EF5F-A4911DBA351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A9DC07-C542-02A8-BF1A-07303E6EE67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0994B-C206-C25F-7526-91F373782BA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93B083-DF37-AA0B-9153-4B0BAFA9011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8EC04-5B42-9EA7-058B-36D8B17D62A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E1D7AE7-9841-9111-573C-6F25602CFAC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2A580-D29A-A5C2-7696-DBE340F7DECB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1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22014-A589-9CD7-1BCE-CAFF4F6A80FA}"/>
              </a:ext>
            </a:extLst>
          </p:cNvPr>
          <p:cNvSpPr txBox="1"/>
          <p:nvPr/>
        </p:nvSpPr>
        <p:spPr>
          <a:xfrm>
            <a:off x="4500584" y="1318687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In most of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48A3C-B543-CACE-3561-9EFAD11DC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84" y="1775969"/>
            <a:ext cx="2951776" cy="881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DB38B8-6972-259A-27FB-9478DB5B4741}"/>
              </a:ext>
            </a:extLst>
          </p:cNvPr>
          <p:cNvSpPr txBox="1"/>
          <p:nvPr/>
        </p:nvSpPr>
        <p:spPr>
          <a:xfrm>
            <a:off x="4500584" y="2806810"/>
            <a:ext cx="72532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W_MAX -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This might be wrong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W_MIN@w_pgb_overlay_sketch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W_MIN = W_UTOL - W_LTOL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FL_MIN@style_a_fl_pgb_overlay_sketch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with FL_MIN = FL_UTOL – FL_LTOL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FL_MIN@style_b_fl_pgb_overlay_sketch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with FL_MIN = FL_UTOL – FL_LTOL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7B85-61D7-76DA-B766-8AB39A3C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47904C-97A4-2599-FD3E-5CC4DCFACA9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9EF653-A27C-A3D7-1EC4-4AB2A921C5E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B12CA5-DB40-2FAB-EC5C-E3A65FECBB8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C311E9-B88A-5AF3-2AA4-92A9C689C9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F5109-DF36-14E8-262F-8B4212905FC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4F7CEF2-D055-2011-866D-31AD58B62B8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34C0E-C89E-1879-D28A-D9462030AF72}"/>
              </a:ext>
            </a:extLst>
          </p:cNvPr>
          <p:cNvSpPr txBox="1"/>
          <p:nvPr/>
        </p:nvSpPr>
        <p:spPr>
          <a:xfrm>
            <a:off x="563880" y="1340510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36E14-352E-BDBE-0FA6-E3A7D19BC987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76658-8911-7529-519E-7F42A86F71FC}"/>
              </a:ext>
            </a:extLst>
          </p:cNvPr>
          <p:cNvSpPr txBox="1"/>
          <p:nvPr/>
        </p:nvSpPr>
        <p:spPr>
          <a:xfrm>
            <a:off x="4500584" y="2381062"/>
            <a:ext cx="36175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FL_MIN@style_a_fl_pgb_overlay_sketch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FL_MAX@style_b_fl_pgb_overlay_sketch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BD6A59-1A67-9C69-9DF6-C8AB06FFC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014" y="1238941"/>
            <a:ext cx="2503807" cy="1071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87997B-A36D-44FC-E732-4B32BB4A3E8F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CD51A-6B52-C5D9-2C88-717990D01B60}"/>
              </a:ext>
            </a:extLst>
          </p:cNvPr>
          <p:cNvSpPr txBox="1"/>
          <p:nvPr/>
        </p:nvSpPr>
        <p:spPr>
          <a:xfrm>
            <a:off x="8118180" y="2292203"/>
            <a:ext cx="3617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FL_MIN@style_a_fl_pgb_overlay_sketch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FL_MAX@style_b_fl_pgb_overlay_sketch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ISA_MAX</a:t>
            </a:r>
          </a:p>
        </p:txBody>
      </p:sp>
    </p:spTree>
    <p:extLst>
      <p:ext uri="{BB962C8B-B14F-4D97-AF65-F5344CB8AC3E}">
        <p14:creationId xmlns:p14="http://schemas.microsoft.com/office/powerpoint/2010/main" val="337470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963-1252-D206-BCB1-C9381181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41A5E2-6AD4-DB33-1862-08E86BCE6DCA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22F74E-3F50-90A4-CF8E-C1B83FD5E69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3A56EF-B0DA-2849-4EC9-12BBD60CA39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8AE5C9-C480-AC81-D4AF-64FE364AE1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415FA-C15D-4473-8E19-5D91FB8C4332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D17F919-75DE-33EB-D566-C54B8BFD1E96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03546-5FC4-94E2-DE46-3EFAAE819284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3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FA731-6411-68ED-A9B2-459C8FE0B698}"/>
              </a:ext>
            </a:extLst>
          </p:cNvPr>
          <p:cNvSpPr txBox="1"/>
          <p:nvPr/>
        </p:nvSpPr>
        <p:spPr>
          <a:xfrm>
            <a:off x="4500584" y="921535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3 : In most of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434A1-B6F0-2E13-0F77-8F2A9BAFC30C}"/>
              </a:ext>
            </a:extLst>
          </p:cNvPr>
          <p:cNvSpPr txBox="1"/>
          <p:nvPr/>
        </p:nvSpPr>
        <p:spPr>
          <a:xfrm>
            <a:off x="4610312" y="2706878"/>
            <a:ext cx="40017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style chose :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style_a_fr_br_overlay_sketch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style_b_fr_br_overlay_sketch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need to change any dimension 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: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parameter will have B_MIN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B_MAX@vg_fg_overlay_sketch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 parameter will have GA_MIN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 parameter will have GD_MIN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GD_MAX@vg_fg_overlay_sketch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: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W_MAX@w_fg_overlay_sketch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7F1C9-155D-77FB-ABF1-F6DD6256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12" y="1283102"/>
            <a:ext cx="2587752" cy="13699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1B1C9E-7C7F-7FA5-62BD-6E45386A35C2}"/>
              </a:ext>
            </a:extLst>
          </p:cNvPr>
          <p:cNvSpPr txBox="1"/>
          <p:nvPr/>
        </p:nvSpPr>
        <p:spPr>
          <a:xfrm>
            <a:off x="8612018" y="2706878"/>
            <a:ext cx="3266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style chose :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style_a_fl_overlay_sketch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style_b_fl_overlay_sketch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FL_MIN@style_a_fl_overlay_sketch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FL_MAX@style_a_fl_overlay_sketch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FL_MIN@style_b_fl_overlay_sketch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FL_MAX@style_b_fl_overlay_sketch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120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300A-BCB0-6AAC-C5FF-FA755419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997BA5-FB26-E2FF-F0CD-B377DA56FC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A15494-8424-8425-E38C-7C1A46A636F5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086AA3-956B-3D2A-2161-3C2FE1C2F01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14A31FA-3A90-3AEA-0348-3282983A89B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D98EF-167B-3624-67BD-288F55C0A1D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CKVD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896DEDC-E122-F7C8-40E2-81186029C55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1FB9E-E562-B908-F998-9773CB4CD145}"/>
              </a:ext>
            </a:extLst>
          </p:cNvPr>
          <p:cNvSpPr txBox="1"/>
          <p:nvPr/>
        </p:nvSpPr>
        <p:spPr>
          <a:xfrm>
            <a:off x="563880" y="1340510"/>
            <a:ext cx="36175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Replicate the same as the slide before, with out showing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FA6F9-4D57-BC73-76D2-D7B30983825C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C82ED-09AC-A26B-D5DB-5301B6A5E5AF}"/>
              </a:ext>
            </a:extLst>
          </p:cNvPr>
          <p:cNvSpPr txBox="1"/>
          <p:nvPr/>
        </p:nvSpPr>
        <p:spPr>
          <a:xfrm>
            <a:off x="4500584" y="2381062"/>
            <a:ext cx="36175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9A66-A965-7C65-2523-28EEFB307492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56A901-AC9F-EFB9-47A8-BA0A439E3319}"/>
              </a:ext>
            </a:extLst>
          </p:cNvPr>
          <p:cNvSpPr txBox="1"/>
          <p:nvPr/>
        </p:nvSpPr>
        <p:spPr>
          <a:xfrm>
            <a:off x="8118180" y="2292203"/>
            <a:ext cx="36175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ISA_MAX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1C6FD-FD2B-730C-56D3-21476B19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357"/>
          <a:stretch>
            <a:fillRect/>
          </a:stretch>
        </p:blipFill>
        <p:spPr>
          <a:xfrm>
            <a:off x="4290137" y="1397568"/>
            <a:ext cx="3208789" cy="59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3336</Words>
  <Application>Microsoft Office PowerPoint</Application>
  <PresentationFormat>Widescreen</PresentationFormat>
  <Paragraphs>280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mounir ennakhai</cp:lastModifiedBy>
  <cp:revision>57</cp:revision>
  <dcterms:created xsi:type="dcterms:W3CDTF">2026-07-26T18:29:11Z</dcterms:created>
  <dcterms:modified xsi:type="dcterms:W3CDTF">2026-10-05T10:59:50Z</dcterms:modified>
</cp:coreProperties>
</file>