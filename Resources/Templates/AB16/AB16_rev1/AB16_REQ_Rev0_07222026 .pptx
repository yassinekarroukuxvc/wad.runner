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3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5B672-5378-A69E-FDE3-B85E08D4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AE6AE-13A9-C997-16A7-7C629F64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F9B7E-9C37-BD6B-FACF-7BCD204DB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69C0B-5509-58BC-297C-DCDEBBD0D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B346A-194A-3134-9395-2474D9B5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F0A42-A55B-5E35-FA36-85FC838E6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AA2DD-85BE-EF7D-BFA4-409A857EA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1B097-AAB6-0C3B-A2FD-208082EA0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0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4D7D-611B-37BA-55CF-4A9A601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DBB06-F0D0-36FE-7BB0-DB74B06FC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F36B7-7D56-590E-D343-6C7084A9B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7AF8-52FD-1CF8-0557-2CF623685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7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8D34-5C8D-AE50-7124-F02EC451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3E6BB-DBA0-A854-29D4-C6FEEBCCA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3E122-76D4-29E9-5D52-D28411154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85C8-D336-A997-0D63-C40139377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40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1204-456B-1CAD-BE86-17A1E931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51A67-B8AC-876E-AB51-9CA6B3F24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368C3-6891-5378-5C73-D6F64FFA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0BCEF-F142-D224-3322-04756F520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0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3E1-36B2-D421-5B4F-5D1075F6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84D5-D9A8-476A-4F52-FE9F7F3B9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713CD-736E-72BD-CF0E-A0CE3F0AD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40E82-3679-2376-E593-C830C0CD1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86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98A5-64F3-E388-35EA-583B77DA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9A1C1-76E5-64DA-5E09-905B94A8F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A59CE-B5FB-D604-929B-C27B25411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10906-DCFF-DE44-E4AF-ABBFFD5F7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6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1754-37E8-AF9E-FB2B-110B1229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C1C7A-DCEE-5A1F-46B8-E3792CF1E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D2152-E2B2-03CB-D983-40CD2D8D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0AE86-AE44-5ADF-8E2F-D39A66779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3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6AA7-992A-6945-AA56-B1CC2229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EF0B4-68D0-84A3-AEEC-D20BBCA1B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A286F-24F2-4AD0-7ABA-E7274AFA2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FC551-F08B-8E38-364F-2D4E30A8A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10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89C7-BC4A-7886-5F28-59CBDD4D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F6DE0-D20E-AA01-5FA9-202BA2D42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503A2-B148-9A08-DE45-841DC72E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0677-BDCB-5711-174C-AE0F5F99E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2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Requirements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Wire (SW) Wedge Series – AB16 Series – Microwave Bonding Tools</a:t>
            </a:r>
          </a:p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AB16_REQ_Rev0_07222026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2026-22-07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CFC106-E12B-6DC8-4B0F-07199A7035B9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B5FE3A-12EE-8CC6-B97D-932B53A40313}"/>
              </a:ext>
            </a:extLst>
          </p:cNvPr>
          <p:cNvSpPr/>
          <p:nvPr/>
        </p:nvSpPr>
        <p:spPr>
          <a:xfrm>
            <a:off x="812533" y="1566482"/>
            <a:ext cx="11064240" cy="140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defines the production drawing, customer drawing, and overlay requirements for the AB16 Series – Microwave Bonding Tools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 series, covering both the finished wedge and the Pre-Ground Blank (PGB).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B5817-E376-0B6F-B6F9-4E4E83B10661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79" y="1622330"/>
            <a:ext cx="5556183" cy="120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FD963A-4536-46BD-5650-314512A10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79" y="1551234"/>
            <a:ext cx="8135915" cy="1160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652750-7868-D101-BFAF-A9C94D4E4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79" y="3073277"/>
            <a:ext cx="4111681" cy="31693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0DA1C7-D08F-AF0F-A9D1-B2D89C4AD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655" y="3164288"/>
            <a:ext cx="5433531" cy="29872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4A7B4-9BFC-A872-D689-ED88CABF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389624-FD5A-8700-F158-82B52F3510CF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ED0E40-67D0-8E98-64F5-84A537E39550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866EF1-5943-B00B-87FE-74C13935307E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Shank: </a:t>
            </a:r>
            <a:r>
              <a:rPr lang="en-US" sz="14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SW_STD_Hole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SLB feature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D4A2FA-C7D7-7C6F-EA52-F5D484278FD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2BEA0B3-90B6-3358-6663-CE0F9887751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D5F149-9D9D-B3CC-B7F9-7072A2E9CF8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7D86523-7141-4D1B-9AA6-F7A5E4749B4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574D00C-C6A1-C553-BD87-8201E9571DB4}"/>
              </a:ext>
            </a:extLst>
          </p:cNvPr>
          <p:cNvSpPr/>
          <p:nvPr/>
        </p:nvSpPr>
        <p:spPr>
          <a:xfrm>
            <a:off x="868679" y="2221991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Tip detail we have STD 20°ISA , WITH VW VR , CHMFERED W2, 10°BA, 0°BA, SECOND RA2</a:t>
            </a:r>
            <a:endParaRPr lang="en-US" sz="140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F9C84F94-6303-535F-E5B2-6B4C1F05F1B3}"/>
              </a:ext>
            </a:extLst>
          </p:cNvPr>
          <p:cNvSpPr/>
          <p:nvPr/>
        </p:nvSpPr>
        <p:spPr>
          <a:xfrm>
            <a:off x="548640" y="241858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36ED0D-6FF9-9BCC-5ABD-A68F12F9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4199204"/>
            <a:ext cx="6020602" cy="1813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D2176-51AF-AD20-9A8D-ADC863907F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42"/>
          <a:stretch>
            <a:fillRect/>
          </a:stretch>
        </p:blipFill>
        <p:spPr>
          <a:xfrm>
            <a:off x="8827760" y="658632"/>
            <a:ext cx="2642345" cy="526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1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5E30E-43A4-6F6F-E2F6-EAFC59F9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46DC93-9C77-4AA9-9F53-06029658833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592985-74FB-6ECD-0510-3A333773F6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0A2C57-CD86-9398-AFDF-1A430AFB1E7B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options: SW_VG, SW_VGCG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507A0E-4068-CC39-7C15-90D74990A0A5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8C038D-191B-5BC6-1559-03BF3039FBC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CF3E03-5B1F-DEBB-6EDB-9AFFC81274B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ED33A3-5D34-9224-C66E-218CDDEFACE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560B51-D0E1-F093-5B33-1404AABA5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553" y="2635955"/>
            <a:ext cx="3543607" cy="1905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51A3D6-9742-9144-C6C0-1558C64C0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35955"/>
            <a:ext cx="3520745" cy="1867062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B61D870C-6966-637C-FF8C-E2A5C428D279}"/>
              </a:ext>
            </a:extLst>
          </p:cNvPr>
          <p:cNvSpPr/>
          <p:nvPr/>
        </p:nvSpPr>
        <p:spPr>
          <a:xfrm>
            <a:off x="868678" y="5531155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For VGVG foot option is it the combination of the above ?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87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FADFB-390A-8483-80F5-F5B70E59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D4A415-3A67-F16F-0D0D-A46E6AF73CDB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9AD7F9-4449-1F7B-EEF5-5428F03E8601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A4C84D-AAC5-721C-F5D6-7172D77A6210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Notch type: </a:t>
            </a:r>
            <a:r>
              <a:rPr lang="en-US" sz="14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SW_Cavity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207597-3288-AAE9-CDF4-9A48EB2B11A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4915E5-FB5C-C962-9DF1-B8B3BA98DAC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B2B680-3328-2C62-DB89-90AAF78F86E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4858DA-0073-F4BA-A08A-47571BE51B5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515E3029-EE84-F3AE-B834-6EA202584407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Hole position with Y , tangent to BR and CA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B6775-E32B-4448-7300-F0C864721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800" y="1525454"/>
            <a:ext cx="5686954" cy="41417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6196D1-DFBF-24E6-FD1E-EC0CDE30F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283099"/>
            <a:ext cx="4861085" cy="317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6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99208-C264-67A9-11A2-94D0FD48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DEE2B-9309-D94F-CCCF-479AE08C7310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1F03CE-CC55-FE31-B6BF-DCBF7AB130D7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8B46C-C3FD-7082-58F8-7B3FBD814C29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hole types: STD (Round), Oval, Slot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AF6AF5-0B0C-55A3-B983-737B926D448A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66D5F9-37F9-28AC-FC2F-C827FD1F66C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E68E988-832B-9E83-574A-518636AF69A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809D99-0C8C-4D52-5BA3-47A0E56815B9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20395-8FD1-F356-841B-9F9B6EAED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084" y="1728216"/>
            <a:ext cx="6119495" cy="174688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2C740EA-3656-ECC7-ABB0-9EE2E6A2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5C1D603-C249-F4C0-7F48-E93EC325D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723446"/>
              </p:ext>
            </p:extLst>
          </p:nvPr>
        </p:nvGraphicFramePr>
        <p:xfrm>
          <a:off x="6217918" y="3648890"/>
          <a:ext cx="5711825" cy="2347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3285714" imgH="4229690" progId="Paint.Picture">
                  <p:embed/>
                </p:oleObj>
              </mc:Choice>
              <mc:Fallback>
                <p:oleObj name="Bitmap Image" r:id="rId4" imgW="13285714" imgH="422969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918" y="3648890"/>
                        <a:ext cx="5711825" cy="2347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2">
            <a:extLst>
              <a:ext uri="{FF2B5EF4-FFF2-40B4-BE49-F238E27FC236}">
                <a16:creationId xmlns:a16="http://schemas.microsoft.com/office/drawing/2014/main" id="{CFAE0918-3E4A-728F-B4B3-B4707B26BE1D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Y will be used to position the hole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559E09-625D-41DE-93DF-7F2E3F91D0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275078"/>
            <a:ext cx="4861085" cy="317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9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2E500-8E84-C127-8B16-842FCD6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469A7C-B9A3-A0F2-02AA-A2F78160595C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CAB137-1659-C08F-5638-70F8F4AF1A45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3860B9-4D5C-4669-181E-18F58BA20E21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feature: Not specified !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32829-4156-BA84-2BFC-DDF487CDC8B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4AEF4B-E178-91A6-2830-5EB20BC892E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C53B4B-7D4E-1521-5144-C9CD3A194B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DECB49-45AC-4E15-6AC6-554926CD144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7E688F-033F-B23A-026D-FE9C9C21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868C864-2E6C-1EC8-9DE0-2A3BD269FC21}"/>
              </a:ext>
            </a:extLst>
          </p:cNvPr>
          <p:cNvSpPr/>
          <p:nvPr/>
        </p:nvSpPr>
        <p:spPr>
          <a:xfrm>
            <a:off x="658368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 Based on the drawing this is the output of the 3d model !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4BC41C-D25F-993D-19F5-69ED198D5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682" y="2449745"/>
            <a:ext cx="4377914" cy="1749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D021D2-1DC9-768B-0D21-EAA0D1A91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127" y="2475593"/>
            <a:ext cx="4900085" cy="17294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5461D1-0949-E536-F86A-D7935D01B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50" y="2934082"/>
            <a:ext cx="2570377" cy="98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26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3FBDD-D554-7EBC-505C-9B12401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BB10A8-1333-CDC8-58CF-2DCEA0DE995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8851FA-BE60-0177-D087-D4C1AE383283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9CE107-9590-2B41-2B26-A874BD918F0A}"/>
              </a:ext>
            </a:extLst>
          </p:cNvPr>
          <p:cNvSpPr/>
          <p:nvPr/>
        </p:nvSpPr>
        <p:spPr>
          <a:xfrm>
            <a:off x="868679" y="1490472"/>
            <a:ext cx="109270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largely consistent with the COB tool family.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DB1E2A-9921-9BEB-B773-E57A596B5C2F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721B2D-D38F-5BC4-3628-E183A9AC41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2BEF4F-56EA-806C-60B3-553028A8AD37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0AFDA6-B94B-CEEE-53E9-B8F8034EBE38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EDF9FA-D865-343A-3CB7-7989FAF4B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790BC27-B7E8-4635-E093-980EAD261579}"/>
              </a:ext>
            </a:extLst>
          </p:cNvPr>
          <p:cNvSpPr/>
          <p:nvPr/>
        </p:nvSpPr>
        <p:spPr>
          <a:xfrm>
            <a:off x="658368" y="573927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We may need to add the fields like Wedge type; Foot type; etc.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 We will need to add some rules of data handling ! </a:t>
            </a:r>
            <a:endParaRPr 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E139AF-2411-AD5E-CDAD-8BBD4D718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704332"/>
              </p:ext>
            </p:extLst>
          </p:nvPr>
        </p:nvGraphicFramePr>
        <p:xfrm>
          <a:off x="603504" y="2981531"/>
          <a:ext cx="10515599" cy="1559295"/>
        </p:xfrm>
        <a:graphic>
          <a:graphicData uri="http://schemas.openxmlformats.org/drawingml/2006/table">
            <a:tbl>
              <a:tblPr/>
              <a:tblGrid>
                <a:gridCol w="288758">
                  <a:extLst>
                    <a:ext uri="{9D8B030D-6E8A-4147-A177-3AD203B41FA5}">
                      <a16:colId xmlns:a16="http://schemas.microsoft.com/office/drawing/2014/main" val="3951952797"/>
                    </a:ext>
                  </a:extLst>
                </a:gridCol>
                <a:gridCol w="890337">
                  <a:extLst>
                    <a:ext uri="{9D8B030D-6E8A-4147-A177-3AD203B41FA5}">
                      <a16:colId xmlns:a16="http://schemas.microsoft.com/office/drawing/2014/main" val="352832816"/>
                    </a:ext>
                  </a:extLst>
                </a:gridCol>
                <a:gridCol w="2959768">
                  <a:extLst>
                    <a:ext uri="{9D8B030D-6E8A-4147-A177-3AD203B41FA5}">
                      <a16:colId xmlns:a16="http://schemas.microsoft.com/office/drawing/2014/main" val="519917750"/>
                    </a:ext>
                  </a:extLst>
                </a:gridCol>
                <a:gridCol w="854242">
                  <a:extLst>
                    <a:ext uri="{9D8B030D-6E8A-4147-A177-3AD203B41FA5}">
                      <a16:colId xmlns:a16="http://schemas.microsoft.com/office/drawing/2014/main" val="617060757"/>
                    </a:ext>
                  </a:extLst>
                </a:gridCol>
                <a:gridCol w="818147">
                  <a:extLst>
                    <a:ext uri="{9D8B030D-6E8A-4147-A177-3AD203B41FA5}">
                      <a16:colId xmlns:a16="http://schemas.microsoft.com/office/drawing/2014/main" val="2288818873"/>
                    </a:ext>
                  </a:extLst>
                </a:gridCol>
                <a:gridCol w="854242">
                  <a:extLst>
                    <a:ext uri="{9D8B030D-6E8A-4147-A177-3AD203B41FA5}">
                      <a16:colId xmlns:a16="http://schemas.microsoft.com/office/drawing/2014/main" val="1384309342"/>
                    </a:ext>
                  </a:extLst>
                </a:gridCol>
                <a:gridCol w="1251284">
                  <a:extLst>
                    <a:ext uri="{9D8B030D-6E8A-4147-A177-3AD203B41FA5}">
                      <a16:colId xmlns:a16="http://schemas.microsoft.com/office/drawing/2014/main" val="1233558834"/>
                    </a:ext>
                  </a:extLst>
                </a:gridCol>
                <a:gridCol w="878305">
                  <a:extLst>
                    <a:ext uri="{9D8B030D-6E8A-4147-A177-3AD203B41FA5}">
                      <a16:colId xmlns:a16="http://schemas.microsoft.com/office/drawing/2014/main" val="3551950948"/>
                    </a:ext>
                  </a:extLst>
                </a:gridCol>
                <a:gridCol w="842211">
                  <a:extLst>
                    <a:ext uri="{9D8B030D-6E8A-4147-A177-3AD203B41FA5}">
                      <a16:colId xmlns:a16="http://schemas.microsoft.com/office/drawing/2014/main" val="396031994"/>
                    </a:ext>
                  </a:extLst>
                </a:gridCol>
                <a:gridCol w="878305">
                  <a:extLst>
                    <a:ext uri="{9D8B030D-6E8A-4147-A177-3AD203B41FA5}">
                      <a16:colId xmlns:a16="http://schemas.microsoft.com/office/drawing/2014/main" val="795324661"/>
                    </a:ext>
                  </a:extLst>
                </a:gridCol>
              </a:tblGrid>
              <a:tr h="17325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drawing#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SG Description 2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TL_NOM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TL_LTOL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TL_UTOL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TL_COMMENTS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TD_NOM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TD_LTOL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TD_UTOL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331592"/>
                  </a:ext>
                </a:extLst>
              </a:tr>
              <a:tr h="1732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22002193</a:t>
                      </a:r>
                    </a:p>
                  </a:txBody>
                  <a:tcPr marL="7219" marR="7219" marT="72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AB16-3L-W-1/16-1.00-G (R) 220-02193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353529"/>
                  </a:ext>
                </a:extLst>
              </a:tr>
              <a:tr h="1732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22002193</a:t>
                      </a:r>
                    </a:p>
                  </a:txBody>
                  <a:tcPr marL="7219" marR="7219" marT="72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AB16-3L-W-1/16-1.00-G 220-02193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910228"/>
                  </a:ext>
                </a:extLst>
              </a:tr>
              <a:tr h="1732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2036194</a:t>
                      </a:r>
                    </a:p>
                  </a:txBody>
                  <a:tcPr marL="7219" marR="7219" marT="72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AB16-3L-W-1/16-1.20-G EP FFTP 2036194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119540"/>
                  </a:ext>
                </a:extLst>
              </a:tr>
              <a:tr h="1732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2024953</a:t>
                      </a:r>
                    </a:p>
                  </a:txBody>
                  <a:tcPr marL="7219" marR="7219" marT="72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AB16-3L-WHF-1/16-1.20-G EP FFTP K&amp;S 127260-60B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958077"/>
                  </a:ext>
                </a:extLst>
              </a:tr>
              <a:tr h="1732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2036193</a:t>
                      </a:r>
                    </a:p>
                  </a:txBody>
                  <a:tcPr marL="7219" marR="7219" marT="72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AB16-3R-W-1/16-1.20-G EP FFTP 2036193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612894"/>
                  </a:ext>
                </a:extLst>
              </a:tr>
              <a:tr h="1732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2030100</a:t>
                      </a:r>
                    </a:p>
                  </a:txBody>
                  <a:tcPr marL="7219" marR="7219" marT="72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AB16-3R-WH-1/16-1.20-G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254737"/>
                  </a:ext>
                </a:extLst>
              </a:tr>
              <a:tr h="1732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2020912</a:t>
                      </a:r>
                    </a:p>
                  </a:txBody>
                  <a:tcPr marL="7219" marR="7219" marT="72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AB16-3R-WHF-1/16-1.20-G (R) CBR=0025 2020912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738479"/>
                  </a:ext>
                </a:extLst>
              </a:tr>
              <a:tr h="1732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7219" marR="7219" marT="72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2026935</a:t>
                      </a:r>
                    </a:p>
                  </a:txBody>
                  <a:tcPr marL="7219" marR="7219" marT="72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AB16-3R-WHF-1/16-1.20-G 2026935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219" marR="7219" marT="72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782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76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8BBA3-6584-46AF-D013-66968151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4103B-1B6D-3C03-2961-D6DEAB4CCDF9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43D9AC-34CB-C219-7820-0565424C74DF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C89019-C026-10C4-31BF-A43E618D1B64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86A3AB-3C00-8895-C6DD-4171D75CFDE9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031EED-7D74-E792-C8D4-273E9CAFD221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639A00-3467-4059-986B-7A49CEB7B67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150AE62-EFC8-915A-1E35-355D6093B854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B02086-CB92-51A6-5778-4A9820229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74159A0-A74D-EC18-CAF7-38F7687225D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AFE1496-3504-FBC0-2869-3170844246B0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4EC49CA-4D07-7341-5977-AB354841C2BD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23A5358-2C04-B7DE-B21B-A2F834A4B395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51DD9D-779F-8BC0-2F5E-21732F608A26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F03127-3A02-3081-906B-3A200E147115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25B05DF-22D4-A7F0-8C84-C17BC6F81ED7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I </a:t>
            </a:r>
            <a:r>
              <a:rPr lang="en-US" sz="1400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</a:t>
            </a: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 the customer drawing sample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FE6FF-D8D9-ED96-8452-543E0845C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325" y="1143000"/>
            <a:ext cx="6059675" cy="461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2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D2AD-CBC2-26E1-D617-934FE938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F805ED-2E06-B9A9-7FE8-7B9288080CC3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4E236F-745E-930A-5BF1-DA68C85B451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547F88-62DB-3EC3-4016-87A205B0D5B6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844702-D57C-2204-79A1-75C21E53E05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6E3123-BEE8-FC21-B025-21D7ED30AE4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1A6FD1-71A3-5111-CC11-25F9363F7BE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DA0B01-B2EB-F8F7-C62F-F8F86DBBE6D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2955B3-E953-DE2E-D2B2-D2AC5721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64E9DDE-E2CA-FD81-F5E3-5BE7E265A41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E2B1E8E-5D96-8BAC-7E2F-C58BB07E1E5B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8A59D0D0-0846-A88F-EC46-89B5034E9227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6E48BA3-BD38-8CC0-9976-A0876FB4A4A3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08CC91AC-A269-3C2F-A1D5-523156BEE2E3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4974A171-C481-1854-364E-DB6E0E58F9F2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0AFCA4B-B4FA-5507-B5BC-2D2B97F66959}"/>
              </a:ext>
            </a:extLst>
          </p:cNvPr>
          <p:cNvSpPr/>
          <p:nvPr/>
        </p:nvSpPr>
        <p:spPr>
          <a:xfrm>
            <a:off x="519595" y="453999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E81A5AF-EFBE-6510-D14B-CD5B76575645}"/>
              </a:ext>
            </a:extLst>
          </p:cNvPr>
          <p:cNvSpPr/>
          <p:nvPr/>
        </p:nvSpPr>
        <p:spPr>
          <a:xfrm>
            <a:off x="839634" y="4357117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Add all dimensions and parameters to views </a:t>
            </a:r>
            <a:endParaRPr lang="en-US" sz="14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B65C20F5-4EA5-C8D1-A39F-E739534EE168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production drawing will follow the same as sample provided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055056-1748-55CF-B97E-41344750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626" y="1084350"/>
            <a:ext cx="6019410" cy="458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4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6384C-0B2A-2AE2-BB5B-4C15F47F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7B7491-8090-6255-E1CD-13F787BB31CA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Finish Wedge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E7060E-5D30-BFCA-07B7-258EA3B4EA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F34FE-E89F-902E-84A2-F6972287D027}"/>
              </a:ext>
            </a:extLst>
          </p:cNvPr>
          <p:cNvSpPr/>
          <p:nvPr/>
        </p:nvSpPr>
        <p:spPr>
          <a:xfrm>
            <a:off x="868679" y="1642110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COB overlay, with different tolerance zone construction. 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E1B684-D083-77BF-0A29-57656DAAD94E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04B3C1-35EB-FDA5-899C-DDD2410EF8F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A4A7D5-06B6-EDC8-E5A7-8D2E9AE09A3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38B3A1-788B-6C48-F0B8-342CFD33F1A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4F9236-DADC-3365-1077-CFC1B0833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D7DDA0-3EF2-493B-AFC3-76E4647087BD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Scaling the view the same way as COB, The T dimension start from TDF 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:  Only add two views to the overlays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to all the annotations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873592-0B11-7C93-11AE-9A9F9620C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066141"/>
            <a:ext cx="4297680" cy="32232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DD37AB-A69B-ABEF-46C5-0B00B69C6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321" y="2113300"/>
            <a:ext cx="4068773" cy="315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2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97E43-9CAD-5CF2-9A6A-7D4AEE91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F8A6E-A49F-6500-FD1B-7FD4F955C7F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PGB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1CDCD5-B0B2-D2D0-3FF5-D3EAD95EBD7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5029D8-AE11-FEF9-6304-9D4CD3F1804D}"/>
              </a:ext>
            </a:extLst>
          </p:cNvPr>
          <p:cNvSpPr/>
          <p:nvPr/>
        </p:nvSpPr>
        <p:spPr>
          <a:xfrm>
            <a:off x="848359" y="1424179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unchanged from the standard wedge overlay used across all tool families. Feed Hole added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F01A89-25C4-33B9-3711-511E3DCE0143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F66E30-DD01-5E18-FDAD-28754AF52AB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42887E-935F-BAC9-C8B4-0956494CC5A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F10A39-9E06-C96E-D693-EF1B98D6C14E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E6A61A-0C6B-F66A-A8F7-8F62464C1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7EA538-00E4-402C-3573-F62234927D9B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PGB may have the VR/VW version !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395553-1014-7E4F-A0C4-A644ABEDF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807" y="1901090"/>
            <a:ext cx="4927866" cy="3695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410D0D-842E-8045-3994-25BB1E7BBC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20" y="1956045"/>
            <a:ext cx="4852469" cy="363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7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634</Words>
  <Application>Microsoft Office PowerPoint</Application>
  <PresentationFormat>Widescreen</PresentationFormat>
  <Paragraphs>192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Agnaou</cp:lastModifiedBy>
  <cp:revision>57</cp:revision>
  <dcterms:created xsi:type="dcterms:W3CDTF">2026-07-15T07:12:43Z</dcterms:created>
  <dcterms:modified xsi:type="dcterms:W3CDTF">2026-08-09T20:33:42Z</dcterms:modified>
</cp:coreProperties>
</file>