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9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5T08:11:19.8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0,'306'0,"-300"0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3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5B672-5378-A69E-FDE3-B85E08D4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AE6AE-13A9-C997-16A7-7C629F64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F9B7E-9C37-BD6B-FACF-7BCD204DB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69C0B-5509-58BC-297C-DCDEBBD0D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B346A-194A-3134-9395-2474D9B5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F0A42-A55B-5E35-FA36-85FC838E6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AA2DD-85BE-EF7D-BFA4-409A857EA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1B097-AAB6-0C3B-A2FD-208082EA0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0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4D7D-611B-37BA-55CF-4A9A601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DBB06-F0D0-36FE-7BB0-DB74B06FC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F36B7-7D56-590E-D343-6C7084A9B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7AF8-52FD-1CF8-0557-2CF623685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7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8D34-5C8D-AE50-7124-F02EC451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3E6BB-DBA0-A854-29D4-C6FEEBCCA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3E122-76D4-29E9-5D52-D28411154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85C8-D336-A997-0D63-C40139377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40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1204-456B-1CAD-BE86-17A1E931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51A67-B8AC-876E-AB51-9CA6B3F24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368C3-6891-5378-5C73-D6F64FFA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0BCEF-F142-D224-3322-04756F520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0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3E1-36B2-D421-5B4F-5D1075F6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84D5-D9A8-476A-4F52-FE9F7F3B9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713CD-736E-72BD-CF0E-A0CE3F0AD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40E82-3679-2376-E593-C830C0CD1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86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98A5-64F3-E388-35EA-583B77DA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9A1C1-76E5-64DA-5E09-905B94A8F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A59CE-B5FB-D604-929B-C27B25411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10906-DCFF-DE44-E4AF-ABBFFD5F7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6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1754-37E8-AF9E-FB2B-110B1229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C1C7A-DCEE-5A1F-46B8-E3792CF1E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D2152-E2B2-03CB-D983-40CD2D8D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0AE86-AE44-5ADF-8E2F-D39A66779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3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6AA7-992A-6945-AA56-B1CC2229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EF0B4-68D0-84A3-AEEC-D20BBCA1B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A286F-24F2-4AD0-7ABA-E7274AFA2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FC551-F08B-8E38-364F-2D4E30A8A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10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89C7-BC4A-7886-5F28-59CBDD4D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F6DE0-D20E-AA01-5FA9-202BA2D42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503A2-B148-9A08-DE45-841DC72E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0677-BDCB-5711-174C-AE0F5F99E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2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t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Requirements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Wire (LW) Wedge Series – 4516/3016 Requirements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4516_REQ_Rev0_07152026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2026-15-07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CFC106-E12B-6DC8-4B0F-07199A7035B9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B5FE3A-12EE-8CC6-B97D-932B53A40313}"/>
              </a:ext>
            </a:extLst>
          </p:cNvPr>
          <p:cNvSpPr/>
          <p:nvPr/>
        </p:nvSpPr>
        <p:spPr>
          <a:xfrm>
            <a:off x="812533" y="1566482"/>
            <a:ext cx="10080056" cy="1144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defines the production drawing, customer drawing, and overlay requirements for the 4516 series, covering both the finished wedge and the Pre-Ground Blank (PGB).Including 4516 , 4510, 4515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B5817-E376-0B6F-B6F9-4E4E83B10661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4516 Series — 60° V-Groove with integrated feed hole (L-notch tool)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591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feed angle: 45°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86207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size range: 75–500 microns (3–20 mils)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F34FEDA-FF1E-6F99-73C9-A3BBA1921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787" y="1510339"/>
            <a:ext cx="4315896" cy="42046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4A7B4-9BFC-A872-D689-ED88CABF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389624-FD5A-8700-F158-82B52F3510CF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ED0E40-67D0-8E98-64F5-84A537E39550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866EF1-5943-B00B-87FE-74C13935307E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Shank: SW_STD  with SLB feature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D4A2FA-C7D7-7C6F-EA52-F5D484278FD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2BEA0B3-90B6-3358-6663-CE0F9887751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D5F149-9D9D-B3CC-B7F9-7072A2E9CF8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7D86523-7141-4D1B-9AA6-F7A5E4749B4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AEB5F72-DEFD-D3B0-E3D5-B786F62658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7" t="12815" r="74059" b="26336"/>
          <a:stretch>
            <a:fillRect/>
          </a:stretch>
        </p:blipFill>
        <p:spPr>
          <a:xfrm>
            <a:off x="8213464" y="670393"/>
            <a:ext cx="3141231" cy="56206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C68B136-5E6F-CEBB-FBAF-04EC359BA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089" y="3997270"/>
            <a:ext cx="2560542" cy="2110923"/>
          </a:xfrm>
          <a:prstGeom prst="rect">
            <a:avLst/>
          </a:prstGeom>
        </p:spPr>
      </p:pic>
      <p:sp>
        <p:nvSpPr>
          <p:cNvPr id="24" name="Text 2">
            <a:extLst>
              <a:ext uri="{FF2B5EF4-FFF2-40B4-BE49-F238E27FC236}">
                <a16:creationId xmlns:a16="http://schemas.microsoft.com/office/drawing/2014/main" id="{9574D00C-C6A1-C553-BD87-8201E9571DB4}"/>
              </a:ext>
            </a:extLst>
          </p:cNvPr>
          <p:cNvSpPr/>
          <p:nvPr/>
        </p:nvSpPr>
        <p:spPr>
          <a:xfrm>
            <a:off x="868679" y="2221991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Tip detail we have STD 20°ISA , WITH VW VR</a:t>
            </a:r>
            <a:endParaRPr lang="en-US" sz="140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F9C84F94-6303-535F-E5B2-6B4C1F05F1B3}"/>
              </a:ext>
            </a:extLst>
          </p:cNvPr>
          <p:cNvSpPr/>
          <p:nvPr/>
        </p:nvSpPr>
        <p:spPr>
          <a:xfrm>
            <a:off x="548640" y="241858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1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5E30E-43A4-6F6F-E2F6-EAFC59F9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46DC93-9C77-4AA9-9F53-06029658833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592985-74FB-6ECD-0510-3A333773F6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0A2C57-CD86-9398-AFDF-1A430AFB1E7B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options: SW_C, SW_F, SW_CG, SW_G, SW_VG, SW_CC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507A0E-4068-CC39-7C15-90D74990A0A5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8C038D-191B-5BC6-1559-03BF3039FBC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CF3E03-5B1F-DEBB-6EDB-9AFFC81274B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ED33A3-5D34-9224-C66E-218CDDEFACE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507AD-5DCC-AC81-1D48-FFF7E0FA3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59"/>
          <a:stretch>
            <a:fillRect/>
          </a:stretch>
        </p:blipFill>
        <p:spPr>
          <a:xfrm>
            <a:off x="1490130" y="2294245"/>
            <a:ext cx="9181260" cy="35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7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FADFB-390A-8483-80F5-F5B70E59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D4A415-3A67-F16F-0D0D-A46E6AF73CDB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9AD7F9-4449-1F7B-EEF5-5428F03E8601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A4C84D-AAC5-721C-F5D6-7172D77A6210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Notch type: </a:t>
            </a:r>
            <a:r>
              <a:rPr lang="en-US" sz="14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SW_Notch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207597-3288-AAE9-CDF4-9A48EB2B11A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4915E5-FB5C-C962-9DF1-B8B3BA98DAC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B2B680-3328-2C62-DB89-90AAF78F86E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4858DA-0073-F4BA-A08A-47571BE51B5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F29A20-5165-284B-3BB8-EA573FE68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379451"/>
            <a:ext cx="3730322" cy="27149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0790DA-0BDD-1539-621B-0A0D928D7C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82" r="2253"/>
          <a:stretch>
            <a:fillRect/>
          </a:stretch>
        </p:blipFill>
        <p:spPr>
          <a:xfrm>
            <a:off x="7599680" y="734782"/>
            <a:ext cx="4118356" cy="2603014"/>
          </a:xfrm>
          <a:prstGeom prst="rect">
            <a:avLst/>
          </a:prstGeom>
        </p:spPr>
      </p:pic>
      <p:sp>
        <p:nvSpPr>
          <p:cNvPr id="18" name="Text 2">
            <a:extLst>
              <a:ext uri="{FF2B5EF4-FFF2-40B4-BE49-F238E27FC236}">
                <a16:creationId xmlns:a16="http://schemas.microsoft.com/office/drawing/2014/main" id="{515E3029-EE84-F3AE-B834-6EA202584407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Some cases we may have ERW, ERD, FLER &amp; CA 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D127D0-BC80-1855-4C8C-F18F47FC18DB}"/>
              </a:ext>
            </a:extLst>
          </p:cNvPr>
          <p:cNvCxnSpPr>
            <a:cxnSpLocks/>
          </p:cNvCxnSpPr>
          <p:nvPr/>
        </p:nvCxnSpPr>
        <p:spPr>
          <a:xfrm flipV="1">
            <a:off x="5516880" y="5110480"/>
            <a:ext cx="4267200" cy="8722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135FAE-C91F-5784-4653-381DE5367FFF}"/>
              </a:ext>
            </a:extLst>
          </p:cNvPr>
          <p:cNvCxnSpPr>
            <a:cxnSpLocks/>
          </p:cNvCxnSpPr>
          <p:nvPr/>
        </p:nvCxnSpPr>
        <p:spPr>
          <a:xfrm flipV="1">
            <a:off x="5516880" y="2114296"/>
            <a:ext cx="4612640" cy="38684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BAE390AD-CA85-8D0B-3002-A180D4E7A05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48573" y="2328191"/>
            <a:ext cx="5041599" cy="366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6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99208-C264-67A9-11A2-94D0FD48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DEE2B-9309-D94F-CCCF-479AE08C7310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1F03CE-CC55-FE31-B6BF-DCBF7AB130D7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8B46C-C3FD-7082-58F8-7B3FBD814C29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hole types: STD (Round), Oval, Slot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AF6AF5-0B0C-55A3-B983-737B926D448A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66D5F9-37F9-28AC-FC2F-C827FD1F66C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E68E988-832B-9E83-574A-518636AF69A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809D99-0C8C-4D52-5BA3-47A0E56815B9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20395-8FD1-F356-841B-9F9B6EAED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084" y="1728216"/>
            <a:ext cx="6119495" cy="174688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2C740EA-3656-ECC7-ABB0-9EE2E6A2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5C1D603-C249-F4C0-7F48-E93EC325D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723446"/>
              </p:ext>
            </p:extLst>
          </p:nvPr>
        </p:nvGraphicFramePr>
        <p:xfrm>
          <a:off x="6217918" y="3648890"/>
          <a:ext cx="5711825" cy="2347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3285714" imgH="4229690" progId="Paint.Picture">
                  <p:embed/>
                </p:oleObj>
              </mc:Choice>
              <mc:Fallback>
                <p:oleObj name="Bitmap Image" r:id="rId4" imgW="13285714" imgH="422969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918" y="3648890"/>
                        <a:ext cx="5711825" cy="2347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56C7D90-6A8B-59F2-5359-9F99F141DA0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4497" y="2057399"/>
            <a:ext cx="5427343" cy="3805378"/>
          </a:xfrm>
          <a:prstGeom prst="rect">
            <a:avLst/>
          </a:prstGeom>
        </p:spPr>
      </p:pic>
      <p:sp>
        <p:nvSpPr>
          <p:cNvPr id="21" name="Text 2">
            <a:extLst>
              <a:ext uri="{FF2B5EF4-FFF2-40B4-BE49-F238E27FC236}">
                <a16:creationId xmlns:a16="http://schemas.microsoft.com/office/drawing/2014/main" id="{CFAE0918-3E4A-728F-B4B3-B4707B26BE1D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Y will be used to position the hole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69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2E500-8E84-C127-8B16-842FCD6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469A7C-B9A3-A0F2-02AA-A2F78160595C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CAB137-1659-C08F-5638-70F8F4AF1A45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3860B9-4D5C-4669-181E-18F58BA20E21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feature: Round BR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32829-4156-BA84-2BFC-DDF487CDC8B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4AEF4B-E178-91A6-2830-5EB20BC892E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C53B4B-7D4E-1521-5144-C9CD3A194B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DECB49-45AC-4E15-6AC6-554926CD144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7E688F-033F-B23A-026D-FE9C9C21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868C864-2E6C-1EC8-9DE0-2A3BD269FC21}"/>
              </a:ext>
            </a:extLst>
          </p:cNvPr>
          <p:cNvSpPr/>
          <p:nvPr/>
        </p:nvSpPr>
        <p:spPr>
          <a:xfrm>
            <a:off x="658368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Round BR only used in case when we have ERW, ERD, FLER &amp; CA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856124-3B40-185B-CC25-FA5FB7FB9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21" y="3161222"/>
            <a:ext cx="4500880" cy="945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EA4459-9733-73BE-A6B5-B55D4F6347C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67880" y="1785796"/>
            <a:ext cx="5406240" cy="39292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C403DC8-D7B4-6139-15E4-CC2B805507C7}"/>
                  </a:ext>
                </a:extLst>
              </p14:cNvPr>
              <p14:cNvContentPartPr/>
              <p14:nvPr/>
            </p14:nvContentPartPr>
            <p14:xfrm>
              <a:off x="1762560" y="3596720"/>
              <a:ext cx="11268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C403DC8-D7B4-6139-15E4-CC2B805507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08560" y="3488720"/>
                <a:ext cx="22032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8926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3FBDD-D554-7EBC-505C-9B12401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BB10A8-1333-CDC8-58CF-2DCEA0DE995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8851FA-BE60-0177-D087-D4C1AE383283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9CE107-9590-2B41-2B26-A874BD918F0A}"/>
              </a:ext>
            </a:extLst>
          </p:cNvPr>
          <p:cNvSpPr/>
          <p:nvPr/>
        </p:nvSpPr>
        <p:spPr>
          <a:xfrm>
            <a:off x="868679" y="1490472"/>
            <a:ext cx="109270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largely consistent with the COB tool </a:t>
            </a:r>
            <a:r>
              <a:rPr lang="en-US" sz="14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family.Additional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fields required, including NR.TBD: full list of new/changed fields pending.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DB1E2A-9921-9BEB-B773-E57A596B5C2F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721B2D-D38F-5BC4-3628-E183A9AC41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2BEF4F-56EA-806C-60B3-553028A8AD37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0AFDA6-B94B-CEEE-53E9-B8F8034EBE38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EDF9FA-D865-343A-3CB7-7989FAF4B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25C6C8D-443D-738C-EE5C-628AA1681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9588"/>
              </p:ext>
            </p:extLst>
          </p:nvPr>
        </p:nvGraphicFramePr>
        <p:xfrm>
          <a:off x="454659" y="2508507"/>
          <a:ext cx="11282682" cy="2479044"/>
        </p:xfrm>
        <a:graphic>
          <a:graphicData uri="http://schemas.openxmlformats.org/drawingml/2006/table">
            <a:tbl>
              <a:tblPr/>
              <a:tblGrid>
                <a:gridCol w="611377">
                  <a:extLst>
                    <a:ext uri="{9D8B030D-6E8A-4147-A177-3AD203B41FA5}">
                      <a16:colId xmlns:a16="http://schemas.microsoft.com/office/drawing/2014/main" val="4148159815"/>
                    </a:ext>
                  </a:extLst>
                </a:gridCol>
                <a:gridCol w="435374">
                  <a:extLst>
                    <a:ext uri="{9D8B030D-6E8A-4147-A177-3AD203B41FA5}">
                      <a16:colId xmlns:a16="http://schemas.microsoft.com/office/drawing/2014/main" val="2152843284"/>
                    </a:ext>
                  </a:extLst>
                </a:gridCol>
                <a:gridCol w="370532">
                  <a:extLst>
                    <a:ext uri="{9D8B030D-6E8A-4147-A177-3AD203B41FA5}">
                      <a16:colId xmlns:a16="http://schemas.microsoft.com/office/drawing/2014/main" val="647232560"/>
                    </a:ext>
                  </a:extLst>
                </a:gridCol>
                <a:gridCol w="935591">
                  <a:extLst>
                    <a:ext uri="{9D8B030D-6E8A-4147-A177-3AD203B41FA5}">
                      <a16:colId xmlns:a16="http://schemas.microsoft.com/office/drawing/2014/main" val="2803711890"/>
                    </a:ext>
                  </a:extLst>
                </a:gridCol>
                <a:gridCol w="4687223">
                  <a:extLst>
                    <a:ext uri="{9D8B030D-6E8A-4147-A177-3AD203B41FA5}">
                      <a16:colId xmlns:a16="http://schemas.microsoft.com/office/drawing/2014/main" val="1463004884"/>
                    </a:ext>
                  </a:extLst>
                </a:gridCol>
                <a:gridCol w="704010">
                  <a:extLst>
                    <a:ext uri="{9D8B030D-6E8A-4147-A177-3AD203B41FA5}">
                      <a16:colId xmlns:a16="http://schemas.microsoft.com/office/drawing/2014/main" val="4239140651"/>
                    </a:ext>
                  </a:extLst>
                </a:gridCol>
                <a:gridCol w="963382">
                  <a:extLst>
                    <a:ext uri="{9D8B030D-6E8A-4147-A177-3AD203B41FA5}">
                      <a16:colId xmlns:a16="http://schemas.microsoft.com/office/drawing/2014/main" val="2199349521"/>
                    </a:ext>
                  </a:extLst>
                </a:gridCol>
                <a:gridCol w="824432">
                  <a:extLst>
                    <a:ext uri="{9D8B030D-6E8A-4147-A177-3AD203B41FA5}">
                      <a16:colId xmlns:a16="http://schemas.microsoft.com/office/drawing/2014/main" val="1043970443"/>
                    </a:ext>
                  </a:extLst>
                </a:gridCol>
                <a:gridCol w="963382">
                  <a:extLst>
                    <a:ext uri="{9D8B030D-6E8A-4147-A177-3AD203B41FA5}">
                      <a16:colId xmlns:a16="http://schemas.microsoft.com/office/drawing/2014/main" val="1565649682"/>
                    </a:ext>
                  </a:extLst>
                </a:gridCol>
                <a:gridCol w="787379">
                  <a:extLst>
                    <a:ext uri="{9D8B030D-6E8A-4147-A177-3AD203B41FA5}">
                      <a16:colId xmlns:a16="http://schemas.microsoft.com/office/drawing/2014/main" val="3910919382"/>
                    </a:ext>
                  </a:extLst>
                </a:gridCol>
              </a:tblGrid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Part_Spec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PN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Filter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Drawing_Number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Description_2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Wed-Type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Wed-Foot_Option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Wed-Wire_Exit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Wed-Feed_H/Slot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Wed-FG-Style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37686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116823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3112854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22000042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4516-10L-W-3MM-1.00-G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701597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116827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3112855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22000747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4516-12R-W-3MM-1.00-G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158683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116828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3112859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22000977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4516-3R-W-1/16-1.200-GM FR=0012 BR=002 FL=0067 W=0055 TDF=046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95853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116841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3112860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22001068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4516-3S-W-1/16-1.00-GP FL=0085 H=004 GD=001 B=0023 F=004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18499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116847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3112862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22001068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4516-3S-W-1/16-1.20-G FL=0085 H=004 GD=001 B=0023 F=004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681877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139860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3112865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22000502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4516-3XL-W-1/16-1.00-G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062051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116835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3112866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22000502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4516-3XL-W-1/16-1.00-GP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871585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116837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3112867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22000049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4516-3XL-W-1/16-1.00-GP FL=.011 W=.0067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913061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116838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3112868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22000502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4516-3XL-W-1/16-1.200-G TDF=.046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584527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116843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3112869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22001154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4516-3XL-W-1/16-1.20-GP FL=.011 TDF=.046 W=.0067  DWG-22001154-DW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621620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116836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3112870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22000003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4516-3XL-W-1/16-1.225-GP EP FFP TDF=.046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LW_std_HOLE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LW_G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SW_L-Notch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STD(Round)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4516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427930"/>
                  </a:ext>
                </a:extLst>
              </a:tr>
            </a:tbl>
          </a:graphicData>
        </a:graphic>
      </p:graphicFrame>
      <p:sp>
        <p:nvSpPr>
          <p:cNvPr id="17" name="Text 2">
            <a:extLst>
              <a:ext uri="{FF2B5EF4-FFF2-40B4-BE49-F238E27FC236}">
                <a16:creationId xmlns:a16="http://schemas.microsoft.com/office/drawing/2014/main" id="{F790BC27-B7E8-4635-E093-980EAD261579}"/>
              </a:ext>
            </a:extLst>
          </p:cNvPr>
          <p:cNvSpPr/>
          <p:nvPr/>
        </p:nvSpPr>
        <p:spPr>
          <a:xfrm>
            <a:off x="658368" y="5731256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There are some missing parameters needed to be added to database  like NR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6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8BBA3-6584-46AF-D013-66968151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4103B-1B6D-3C03-2961-D6DEAB4CCDF9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43D9AC-34CB-C219-7820-0565424C74DF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C89019-C026-10C4-31BF-A43E618D1B64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86A3AB-3C00-8895-C6DD-4171D75CFDE9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031EED-7D74-E792-C8D4-273E9CAFD221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639A00-3467-4059-986B-7A49CEB7B67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150AE62-EFC8-915A-1E35-355D6093B854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B02086-CB92-51A6-5778-4A9820229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681DB0-7A94-2903-C7EB-AB5C5895B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62" y="1046481"/>
            <a:ext cx="6728800" cy="5206505"/>
          </a:xfrm>
          <a:prstGeom prst="rect">
            <a:avLst/>
          </a:prstGeom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174159A0-A74D-EC18-CAF7-38F7687225D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AFE1496-3504-FBC0-2869-3170844246B0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4EC49CA-4D07-7341-5977-AB354841C2BD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23A5358-2C04-B7DE-B21B-A2F834A4B395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51DD9D-779F-8BC0-2F5E-21732F608A26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F03127-3A02-3081-906B-3A200E147115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1962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D2AD-CBC2-26E1-D617-934FE938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F805ED-2E06-B9A9-7FE8-7B9288080CC3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4E236F-745E-930A-5BF1-DA68C85B451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547F88-62DB-3EC3-4016-87A205B0D5B6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844702-D57C-2204-79A1-75C21E53E05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6E3123-BEE8-FC21-B025-21D7ED30AE4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1A6FD1-71A3-5111-CC11-25F9363F7BE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DA0B01-B2EB-F8F7-C62F-F8F86DBBE6D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2955B3-E953-DE2E-D2B2-D2AC5721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64E9DDE-E2CA-FD81-F5E3-5BE7E265A41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E2B1E8E-5D96-8BAC-7E2F-C58BB07E1E5B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8A59D0D0-0846-A88F-EC46-89B5034E9227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6E48BA3-BD38-8CC0-9976-A0876FB4A4A3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08CC91AC-A269-3C2F-A1D5-523156BEE2E3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4974A171-C481-1854-364E-DB6E0E58F9F2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76C708-E56C-8B33-DC39-40669F20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3" y="1176875"/>
            <a:ext cx="6773092" cy="4787043"/>
          </a:xfrm>
          <a:prstGeom prst="rect">
            <a:avLst/>
          </a:prstGeom>
        </p:spPr>
      </p:pic>
      <p:sp>
        <p:nvSpPr>
          <p:cNvPr id="17" name="Shape 1">
            <a:extLst>
              <a:ext uri="{FF2B5EF4-FFF2-40B4-BE49-F238E27FC236}">
                <a16:creationId xmlns:a16="http://schemas.microsoft.com/office/drawing/2014/main" id="{10AFCA4B-B4FA-5507-B5BC-2D2B97F66959}"/>
              </a:ext>
            </a:extLst>
          </p:cNvPr>
          <p:cNvSpPr/>
          <p:nvPr/>
        </p:nvSpPr>
        <p:spPr>
          <a:xfrm>
            <a:off x="519595" y="453999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E81A5AF-EFBE-6510-D14B-CD5B76575645}"/>
              </a:ext>
            </a:extLst>
          </p:cNvPr>
          <p:cNvSpPr/>
          <p:nvPr/>
        </p:nvSpPr>
        <p:spPr>
          <a:xfrm>
            <a:off x="839634" y="4357117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Add all dimensions and parameters to views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3664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6384C-0B2A-2AE2-BB5B-4C15F47F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7B7491-8090-6255-E1CD-13F787BB31CA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Finish Wedge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E7060E-5D30-BFCA-07B7-258EA3B4EA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F34FE-E89F-902E-84A2-F6972287D027}"/>
              </a:ext>
            </a:extLst>
          </p:cNvPr>
          <p:cNvSpPr/>
          <p:nvPr/>
        </p:nvSpPr>
        <p:spPr>
          <a:xfrm>
            <a:off x="868679" y="1642110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to COB overlay, with different tolerance zone construction.</a:t>
            </a:r>
            <a:b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case: view must focus on the top of the part only — scale selection may need to change accordingly.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E1B684-D083-77BF-0A29-57656DAAD94E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04B3C1-35EB-FDA5-899C-DDD2410EF8F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A4A7D5-06B6-EDC8-E5A7-8D2E9AE09A3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38B3A1-788B-6C48-F0B8-342CFD33F1A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4F9236-DADC-3365-1077-CFC1B0833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D7DDA0-3EF2-493B-AFC3-76E4647087BD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Scaling the view the same way as COB will not work for 4516/3016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:  Only add two views to the overlays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to all the annotations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6520ABC-F5EF-CEE4-510D-5962EC631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48" y="2383160"/>
            <a:ext cx="4048258" cy="30361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4FA79B-F811-3D45-C774-6682ECF5A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721" y="2359201"/>
            <a:ext cx="4101594" cy="307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2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97E43-9CAD-5CF2-9A6A-7D4AEE91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F8A6E-A49F-6500-FD1B-7FD4F955C7F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PGB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1CDCD5-B0B2-D2D0-3FF5-D3EAD95EBD7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5029D8-AE11-FEF9-6304-9D4CD3F1804D}"/>
              </a:ext>
            </a:extLst>
          </p:cNvPr>
          <p:cNvSpPr/>
          <p:nvPr/>
        </p:nvSpPr>
        <p:spPr>
          <a:xfrm>
            <a:off x="868679" y="1642110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unchanged from the standard wedge overlay used across all tool families.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F01A89-25C4-33B9-3711-511E3DCE0143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F66E30-DD01-5E18-FDAD-28754AF52AB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42887E-935F-BAC9-C8B4-0956494CC5A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F10A39-9E06-C96E-D693-EF1B98D6C14E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E6A61A-0C6B-F66A-A8F7-8F62464C1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7EA538-00E4-402C-3573-F62234927D9B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PGB overlay may have VR/VW feature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888E47-5894-0477-FFCB-BD3330A37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680" y="2249920"/>
            <a:ext cx="4421434" cy="33160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E10490-84BB-07E1-60A1-ABA130D45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999" y="2249920"/>
            <a:ext cx="4512875" cy="338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7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825</Words>
  <Application>Microsoft Office PowerPoint</Application>
  <PresentationFormat>Widescreen</PresentationFormat>
  <Paragraphs>210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Tahoma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Agnaou</cp:lastModifiedBy>
  <cp:revision>9</cp:revision>
  <dcterms:created xsi:type="dcterms:W3CDTF">2026-07-15T07:12:43Z</dcterms:created>
  <dcterms:modified xsi:type="dcterms:W3CDTF">2026-07-30T12:12:34Z</dcterms:modified>
</cp:coreProperties>
</file>