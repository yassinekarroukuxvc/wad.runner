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7" r:id="rId2"/>
    <p:sldId id="260" r:id="rId3"/>
    <p:sldId id="261" r:id="rId4"/>
    <p:sldId id="262" r:id="rId5"/>
    <p:sldId id="281" r:id="rId6"/>
    <p:sldId id="282" r:id="rId7"/>
    <p:sldId id="283" r:id="rId8"/>
    <p:sldId id="263" r:id="rId9"/>
    <p:sldId id="264" r:id="rId10"/>
    <p:sldId id="269" r:id="rId11"/>
    <p:sldId id="265" r:id="rId12"/>
    <p:sldId id="272" r:id="rId13"/>
    <p:sldId id="266" r:id="rId14"/>
    <p:sldId id="284" r:id="rId15"/>
    <p:sldId id="285" r:id="rId16"/>
    <p:sldId id="286" r:id="rId17"/>
    <p:sldId id="287" r:id="rId18"/>
    <p:sldId id="288" r:id="rId19"/>
    <p:sldId id="274" r:id="rId20"/>
    <p:sldId id="275" r:id="rId21"/>
    <p:sldId id="276" r:id="rId22"/>
    <p:sldId id="277" r:id="rId23"/>
    <p:sldId id="278" r:id="rId24"/>
    <p:sldId id="289" r:id="rId25"/>
    <p:sldId id="290" r:id="rId26"/>
    <p:sldId id="291" r:id="rId2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90" d="100"/>
          <a:sy n="90" d="100"/>
        </p:scale>
        <p:origin x="38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588C11-5393-8324-3146-69ABA00A72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F0FA9-AAB9-A60A-C494-F11F984E9D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993FE-E9D3-4B10-B499-4235062A8B3B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C61970-10B0-1539-9780-E6FE15D019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C7C85-C158-9B78-E8BD-CD7FBC7620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89A78-DF21-4F81-96A1-9852810E2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494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E5E3A-6FB5-47BF-ABCF-397F6C94D529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061FC-C60C-444C-8470-5860212819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6864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9E3A-EA0E-2720-599A-7C95C530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5D51E-BB1C-A8DA-AE1B-23E7AFA3E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0252E-9A31-13D4-70FF-4B6E5E5EB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31267-7A72-C3EA-EE03-E29FD2642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446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9534B-5356-2980-B3D4-BF6B37F13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9C617C-0C9E-0A18-66BA-C528D28B9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FF11C-0A97-8B78-E67F-7F1CFC9FE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8FF85-48BF-5D25-C010-2E161BA74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480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A9867-31E5-7933-FB68-40102627E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53629-3CEB-89EC-5551-C840B336ED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342C5-5FF6-2F5D-C880-3DAECFA0C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358BC-28E2-E393-F785-9CCE5ACFCC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613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9140B-7EC2-FD3E-4BA9-78EC7002E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6B84A-ECFB-EE60-9DAC-343CB9621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EED18-2250-ED5D-4646-7B178BE4E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9A0D5-6A66-182B-C41F-2418B314F0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294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17D5D-975F-A8F4-11E6-4E1AAC68D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987E7-1E30-B799-AB1D-376567ACA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58567F-1179-2649-1159-A6D5C1340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EB909-F3CE-0749-DED5-92626EE6C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726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81B3B-8786-4C7D-372C-4BC6AB6DB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ACBB32-7F65-4ADE-41AD-0BC6BA7FA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F1240A-763D-53B7-AA11-B89F07489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96830-04C0-2528-F0A6-4523C66EF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377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0653-0757-AA88-09C1-BF1981041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5D99B-BB38-D9E8-7F27-5EF0AFF13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FAC42-6E33-65FD-F6C7-042A259E8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F1004-E055-5783-058E-F0CED9880C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23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D380C-12AF-A19E-DEF1-949FB20AF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24A28-359C-03C8-8BD5-FCAB855E3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0CCFD-182F-EC68-89FA-D959B360E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3C50D-522C-B7FD-9C06-1649E7B5D7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54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4320B-3CE4-B816-8CE7-5AFCE65B3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B249D-17D7-AAAE-6B81-EE1B95199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78595-B227-F219-21B6-0F4D6D0EC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C35ED-F90A-7728-106F-EE30C5CBD5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251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51D2-DE4C-4E06-6C72-948269BC9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719E0-C59F-37B7-7585-08F948C96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F4CC0A-ADCB-C533-B89A-260C3C470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99CF3-7BA5-9081-9173-44D02ECB7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582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5A0DF-05BE-306B-7088-880EB6AD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1A6DB-E2D0-BCBA-8293-30F806D35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84362-B7FF-AAE1-D354-63B90EFDD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80829-D4DB-7A72-BC47-707B7D6FC3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2108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6037E-3774-65B8-D9D8-9F550AC84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A451B-C777-D7D3-C282-233200594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35BDA-AB04-43DF-1163-809073916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A60FA-9592-1534-3AF6-58E3C7A7A8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5779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4DE88-92A0-6CFA-842A-009E9BEA8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B027B-0355-9456-703E-B049A5614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2D116-BCF3-19DE-9A76-BAAB1004E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22AE9-4109-3936-6498-1C1AFE22CA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7502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F9FEB-5B0C-AB08-AABF-907D93424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C9C66A-2081-09DB-DB72-492FD1751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95FA3-FD3B-26E5-C61C-371D5FF88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E0AD6-71EB-6D07-0980-32236D94D4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5827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63407-9F67-A20E-1CB6-70A8322D0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CE68C-6A9F-6888-D17D-D7A30AAAB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C37D0-89CC-BA1D-3A75-3E1AF0ED2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587D7-7F59-4B70-6A77-DDD4924553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1359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08ED0-1637-4D04-0103-A45FE915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619A9-4DF4-0B98-8850-C365E4F61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B6311-BAE9-8E50-DA2F-8B15C6C22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471B5-BE31-9462-60BD-A45F1994CE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0226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F34CB-558B-05F6-EF58-E77DEB0B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1364D-FB69-BFFE-910C-7DDB1942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1E907-AE52-1B9B-E1F4-B2D118C83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AC658-8082-4787-9EE7-6C4E2092D4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7964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13B13-2BEC-5273-7AC1-D21031223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ED767-491E-D450-FB17-0D8EFA41B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936B0-44F9-1EBA-CC88-92C0D9566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AA3C4-53B9-9517-9DE9-5DCD5D2A28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5260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B679C-CEDC-E78F-799D-D6FCB4D58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46391-50BD-7869-F2A4-C78E05B9A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AA9C50-14D7-54B2-0D8D-8539274DD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1391F-147B-1B23-65B9-80AA00B1D4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2502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E193B-2393-0634-8903-6925613EB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C5EA6-8EDA-199D-9D8F-40401A9A5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A2AF05-7EF8-33B6-328F-E91EF0C57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16B5E-4BDD-66C4-D410-CA43E3602C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2762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E42E8-CEB7-931F-9B39-7C35C50DB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7D989-E9B1-B453-2EAD-E46546192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383F4-1C66-E579-E5EE-BEB9F3C7C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71FE1-5951-A3C2-1BB0-731D2C1F2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3363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CA014-50C5-2340-ACDC-855C58BA4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29E0E-B995-E35D-BA76-EF869A9D1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00B60-42EB-084F-2170-82E23283A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74F90-002A-D8FE-D6AD-32403B3E69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6774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0850B-5A3A-55D0-8635-61607EF2A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99B7B-1566-CA8B-A800-0A5FE1EE8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88D2FD-2AEF-03BB-6AC4-4B4124D8B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3D20A-38F0-6825-6AD8-E53467583F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7119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2C04B-CB00-7034-6BF7-7B5BBEB71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B31D2-3B17-197C-2413-17D487121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49F2B5-08A6-B1E7-CF16-8A396CDA5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67C4B-C574-F65F-CEAB-D3F0A6D3A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3992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22DD1-A8DE-80A4-AF46-7B3FB06A9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9B6BA8-6C9E-4D51-0950-4D4727D51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C933D-7625-BC0F-D0F6-BCAC077DD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415A3-76E4-1863-5D4E-43F1F2FFCB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069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06CAB-2392-F0C5-A62A-8006C5015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14CD1-85A9-4CC9-81FA-75357A1C3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49624-FC93-68C1-D30A-68565D00B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DF2F8-93FC-8954-24EA-06EDC6884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8C16-E36F-7150-C2E2-6551DEFC9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621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A9C76-6BF0-6286-63A0-C273A184E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7FA68-39DF-6C75-E7DB-CEF82A71B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A0C8F-754D-56EB-4260-4F282E0BB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AA536-67D7-7638-A235-6C18CA19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54B1B-76E5-1C15-50A7-9A9934FED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56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B292A-B3D4-39FE-31AB-98418E53C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C4077-FF6B-4644-8551-A2B2BF006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91C31-96F0-5492-A76E-96AADBB76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0C738-25D8-DBD9-7FF3-74FA72EF2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08E07-6387-FD4F-9E95-75239919B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814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DFF9B-DF47-D6D7-8C3A-E9A79D53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B4C5-A1EC-C9A2-2509-673340B1C6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AE832-06F3-26AC-2F34-F58499E88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5A087-AF87-FF82-6D93-2995F234A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15029-94DB-EF9F-9822-0B4A6DBD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32DD5-FA4C-7EDC-468D-DF23D7EA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213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8E4CE-FDA7-A3A8-A8CD-0DF6C6464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F8735-D338-71D5-BDF9-5C504B016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531A3-EC28-EB15-E24F-DDFE61DF0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BBE3F-C5CF-FB5B-16B9-CC2FB8FD8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439D4F-A719-98BE-F9AA-E13F8C1C6A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BCAECF-2FCD-357A-716F-B58521144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BDACAB-21A9-7673-D876-B1A16919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916458-B3BB-CE4E-8CEB-5C2B2CE0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007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A1DC-9ADA-8155-1036-0106284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69AB49-D12A-DF62-8E18-7102D0D6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92904-C4AD-79A8-DD86-BE62ED9D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1DEFC-37C4-16B4-3578-993EB529F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919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B4747-E094-6BE0-C5A8-91E40A6D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6AE805-4E06-B52E-4AA7-E12292F4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D9565-5B28-4A72-D85B-76191BE9A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96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DA0FF-76A4-7D71-13CB-D2A5047B1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E8495-1D2B-E698-531D-40098B0E0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4E649-00B5-E760-3874-FDF56D80B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D2E13-119E-10FA-BD70-D479F7E1A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B2C9B-502E-3347-3E01-4B09CA1A7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D18E4-48B6-569A-5106-75EC9A21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37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B7782-6BB6-7E73-2AC3-E0AC996DA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E8499A-5705-A33C-D370-B13294FF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C9875-4EA1-87CC-1C39-1A42AEF40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61F31-D882-2E42-AF6C-EE34464E3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4A4BB-D683-CE15-099B-6351A359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F4DB9-E8D3-6244-F113-2FC6E6FD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742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760F-D9E7-D125-ADBC-57A80C04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DD216B-086D-D6C6-E7C5-19E59306E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75F6C-F8BF-42D2-92C7-88E56B81B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135CA-A0FE-4B27-A6D2-D39CC6CF8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AD5D7-3E6D-7239-34CF-CA1888435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37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07D3AD-9453-123B-3BEF-00D0D90E6E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D6F44-6F37-6536-CEC0-632928AD3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F43A7-5EAE-35E8-7320-C7861400E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13473-5614-B1FB-DE63-2D3A5342C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EC424-CBBC-043D-61C1-2F504D50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043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979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B4C3E-779A-572F-969C-1D280A8F8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FECA7-7EB7-6E0A-70BB-FA505CDF4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C1EBD-FC5B-F664-4DC7-78F698AEA8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74F06-308A-2564-1416-F1F9BDEDFF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8D486-FDCB-1905-8B3B-37F2210A0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426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8640" y="2651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Auto-Draw Rules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Wire (LW) Wedge Series – 4516/3016 Series – Rules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NO.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4516_REL_Rev1_07302026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2044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2026-30-07</a:t>
            </a:r>
          </a:p>
        </p:txBody>
      </p:sp>
      <p:sp>
        <p:nvSpPr>
          <p:cNvPr id="13" name="Shape 11"/>
          <p:cNvSpPr/>
          <p:nvPr/>
        </p:nvSpPr>
        <p:spPr>
          <a:xfrm>
            <a:off x="621792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5508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8972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8972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4097-8B9A-7511-E12E-8B255D7F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BBC017-DF26-1ACC-82B3-3BE21E451F88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DE9FAFA-5182-9D6B-3E40-F5E3BF003F00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0D1788D-29DB-3089-CE57-C5DE5684F5D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185381B-10D5-EC72-5E58-97941602ACA9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86FFB5-791C-9078-1C4B-BC50848B26AA}"/>
              </a:ext>
            </a:extLst>
          </p:cNvPr>
          <p:cNvSpPr txBox="1"/>
          <p:nvPr/>
        </p:nvSpPr>
        <p:spPr>
          <a:xfrm>
            <a:off x="760307" y="759882"/>
            <a:ext cx="107943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- 60° V-Groove with integrated feed hole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4516, also known as an L-notch tool, has a 60° V-groove with 45° wire feed. This style is available for wire sizes from 75 microns to 500 microns (3mils to 20mils).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D5699266-FB61-438E-F3BA-CC32597DE3C4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6CB1CF-9752-EA32-5A71-A8C9655209D8}"/>
              </a:ext>
            </a:extLst>
          </p:cNvPr>
          <p:cNvSpPr txBox="1"/>
          <p:nvPr/>
        </p:nvSpPr>
        <p:spPr>
          <a:xfrm>
            <a:off x="698808" y="1562553"/>
            <a:ext cx="107943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Construction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CVKD has two shank style : 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STYLE_STD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with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SLB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feature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the 3D models is based on the bellow sketches; these sketch has all the required dimension to construction the 3D models and drawings</a:t>
            </a: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927E8C01-A1A9-CF2D-F16B-7D37C77682BF}"/>
              </a:ext>
            </a:extLst>
          </p:cNvPr>
          <p:cNvSpPr/>
          <p:nvPr/>
        </p:nvSpPr>
        <p:spPr>
          <a:xfrm>
            <a:off x="563880" y="1686581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9CAC6DB-B60D-931B-447B-74A00379A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734786"/>
              </p:ext>
            </p:extLst>
          </p:nvPr>
        </p:nvGraphicFramePr>
        <p:xfrm>
          <a:off x="4024332" y="2858584"/>
          <a:ext cx="7344455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802">
                  <a:extLst>
                    <a:ext uri="{9D8B030D-6E8A-4147-A177-3AD203B41FA5}">
                      <a16:colId xmlns:a16="http://schemas.microsoft.com/office/drawing/2014/main" val="3600172029"/>
                    </a:ext>
                  </a:extLst>
                </a:gridCol>
                <a:gridCol w="5372653">
                  <a:extLst>
                    <a:ext uri="{9D8B030D-6E8A-4147-A177-3AD203B41FA5}">
                      <a16:colId xmlns:a16="http://schemas.microsoft.com/office/drawing/2014/main" val="3162871182"/>
                    </a:ext>
                  </a:extLst>
                </a:gridCol>
              </a:tblGrid>
              <a:tr h="278788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annotation_top_plan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TD - TDF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881547"/>
                  </a:ext>
                </a:extLst>
              </a:tr>
              <a:tr h="2730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annotation_right_plan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W–ISA–VW–VR–VRR–VRA–TL–B-GA-GD-GO-CL-CD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810360"/>
                  </a:ext>
                </a:extLst>
              </a:tr>
              <a:tr h="402309"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annotation_front_plan</a:t>
                      </a:r>
                      <a:endParaRPr lang="en-US" sz="1400" b="0" dirty="0">
                        <a:solidFill>
                          <a:sysClr val="windowText" lastClr="00000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BA-T-FL-C-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NR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-BR-FR-H-HA-FNA-F-BF-Y-G-CGR-CGD-VBL-VBLR-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funnel_gap – </a:t>
                      </a:r>
                      <a:r>
                        <a:rPr lang="en-US" sz="1400" b="0" dirty="0" err="1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foot_depth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035208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B2230C8C-1D6F-2407-FA54-C2EACFEC147B}"/>
              </a:ext>
            </a:extLst>
          </p:cNvPr>
          <p:cNvSpPr txBox="1"/>
          <p:nvPr/>
        </p:nvSpPr>
        <p:spPr>
          <a:xfrm>
            <a:off x="557245" y="4405952"/>
            <a:ext cx="1079438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NR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its doesn’t exit in DB yet give it standard value 0.002in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foot_depth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need to calculate it based on with foot type we have  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VG groove ,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foot_depth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GD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 groove ,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foot_depth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CD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 groove,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foot_depth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GD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Flate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W,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foor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depth = 0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funnel_gap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have the equation , just in case of SLB feature make in the equation that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 = 0deg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F8FB25-79B4-CFFD-4957-8A5522AB1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22086"/>
            <a:ext cx="2848779" cy="121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16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575DE-9F19-528B-2C80-ABECE1166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C7D087-87FC-9BB7-F45B-2C469CEAD051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FC69386-4328-D96E-6A33-AFB6C3D0FF9F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A6CE21-EE56-4479-16C7-2CE3C2D509E5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557A4E5-0B05-E9A3-68B7-398154948EC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BF64C6-CA5D-338D-A225-AFE95A673B25}"/>
              </a:ext>
            </a:extLst>
          </p:cNvPr>
          <p:cNvSpPr txBox="1"/>
          <p:nvPr/>
        </p:nvSpPr>
        <p:spPr>
          <a:xfrm>
            <a:off x="760306" y="759882"/>
            <a:ext cx="7012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PGB 3D for Customer / Production Drawings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PGB 3D has the following feature :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2A68F018-24F1-4006-A8C6-38A3D762E88A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B4E0C0-ECAB-DDE4-3BEC-74DE5C3EBF0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" y="1496003"/>
            <a:ext cx="4535232" cy="4443427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08EA9345-5308-8967-5FBD-6F412F591CC7}"/>
              </a:ext>
            </a:extLst>
          </p:cNvPr>
          <p:cNvGrpSpPr/>
          <p:nvPr/>
        </p:nvGrpSpPr>
        <p:grpSpPr>
          <a:xfrm>
            <a:off x="4092326" y="1688590"/>
            <a:ext cx="4925807" cy="307777"/>
            <a:chOff x="4092326" y="1688590"/>
            <a:chExt cx="4925807" cy="30777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02C8642-4956-DAD3-7027-E25090E217A9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03A33F8-A12D-D217-A1E4-EF13788350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9464A26-6FC1-A4F0-99F2-E52C4A67792D}"/>
              </a:ext>
            </a:extLst>
          </p:cNvPr>
          <p:cNvGrpSpPr/>
          <p:nvPr/>
        </p:nvGrpSpPr>
        <p:grpSpPr>
          <a:xfrm>
            <a:off x="4164752" y="2139364"/>
            <a:ext cx="4925807" cy="307777"/>
            <a:chOff x="4092326" y="1688590"/>
            <a:chExt cx="4925807" cy="30777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E7ADB3F-03BD-8B02-5C0C-70ED47304BE5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C5DC131-FF0D-D95D-B73D-4859C3FD15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55414A2-D1DB-1053-9BEC-F3946CB4EC89}"/>
              </a:ext>
            </a:extLst>
          </p:cNvPr>
          <p:cNvGrpSpPr/>
          <p:nvPr/>
        </p:nvGrpSpPr>
        <p:grpSpPr>
          <a:xfrm>
            <a:off x="4164752" y="2617298"/>
            <a:ext cx="4925807" cy="307777"/>
            <a:chOff x="4092326" y="1688590"/>
            <a:chExt cx="4925807" cy="30777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32EE4B2-E368-7D7D-34CA-DA598ECA3E55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4B6947B-C4EA-58F8-795E-064D8C2E50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E8220C7-0654-2CB5-24D6-183045156518}"/>
              </a:ext>
            </a:extLst>
          </p:cNvPr>
          <p:cNvGrpSpPr/>
          <p:nvPr/>
        </p:nvGrpSpPr>
        <p:grpSpPr>
          <a:xfrm>
            <a:off x="2620968" y="3068072"/>
            <a:ext cx="4925807" cy="307777"/>
            <a:chOff x="4092326" y="1688590"/>
            <a:chExt cx="4925807" cy="307777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6DB25AA-87F4-C91B-CCC0-FD539F17780D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6F8A52B-D36F-D4E4-CACA-5A9893DD92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16B513E-993B-2B02-603A-F42E5A10FE84}"/>
              </a:ext>
            </a:extLst>
          </p:cNvPr>
          <p:cNvGrpSpPr/>
          <p:nvPr/>
        </p:nvGrpSpPr>
        <p:grpSpPr>
          <a:xfrm>
            <a:off x="2846592" y="3495344"/>
            <a:ext cx="4925807" cy="307777"/>
            <a:chOff x="4092326" y="1688590"/>
            <a:chExt cx="4925807" cy="307777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5471445-C875-48A0-AE19-213BC9C37590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1E773912-7D3A-58AF-E9A8-E01FF50DB5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D3C6E0A-8763-DBEA-D381-FAEAECE19782}"/>
              </a:ext>
            </a:extLst>
          </p:cNvPr>
          <p:cNvGrpSpPr/>
          <p:nvPr/>
        </p:nvGrpSpPr>
        <p:grpSpPr>
          <a:xfrm>
            <a:off x="2931258" y="3930727"/>
            <a:ext cx="4925807" cy="307777"/>
            <a:chOff x="4092326" y="1688590"/>
            <a:chExt cx="4925807" cy="307777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CB7DA16-A663-4D99-DA78-1FF7FD9C2DC7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589045C-063F-DFE7-2753-8A1BDBBC5D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3A2CFF7-F24D-283C-D74E-35E3484DE23A}"/>
              </a:ext>
            </a:extLst>
          </p:cNvPr>
          <p:cNvGrpSpPr/>
          <p:nvPr/>
        </p:nvGrpSpPr>
        <p:grpSpPr>
          <a:xfrm>
            <a:off x="3015924" y="4366110"/>
            <a:ext cx="4925807" cy="307777"/>
            <a:chOff x="4092326" y="1688590"/>
            <a:chExt cx="4925807" cy="30777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0F9FB6C-AD94-6805-0370-6EB7E0CAD648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Optional, This need VR, VRR, VRA, VW</a:t>
              </a: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272E22A5-8C0D-2F68-AB83-0BC900C49A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BF02016-C9F7-E57A-AD68-C4CAC2C4BDB9}"/>
              </a:ext>
            </a:extLst>
          </p:cNvPr>
          <p:cNvGrpSpPr/>
          <p:nvPr/>
        </p:nvGrpSpPr>
        <p:grpSpPr>
          <a:xfrm>
            <a:off x="3100590" y="4801493"/>
            <a:ext cx="4925807" cy="307777"/>
            <a:chOff x="4092326" y="1688590"/>
            <a:chExt cx="4925807" cy="30777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2C6070B-618D-8B7F-AF3D-490AEA0631DA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E31A64F6-6128-C2C5-4AEA-B8F3DD44E0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4A96269-8702-C5B2-B276-347C7A079D91}"/>
              </a:ext>
            </a:extLst>
          </p:cNvPr>
          <p:cNvGrpSpPr/>
          <p:nvPr/>
        </p:nvGrpSpPr>
        <p:grpSpPr>
          <a:xfrm>
            <a:off x="3185256" y="5236876"/>
            <a:ext cx="4925807" cy="307777"/>
            <a:chOff x="4092326" y="1688590"/>
            <a:chExt cx="4925807" cy="30777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E015C43-83B3-DB00-0592-B0CFBAA6FFA3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Optional, This need to have VBL and VBLR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2F42BD1F-A8C4-22D4-43ED-2C9AE11E19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8C9E42B-536F-8BCF-9822-678A167A9432}"/>
              </a:ext>
            </a:extLst>
          </p:cNvPr>
          <p:cNvGrpSpPr/>
          <p:nvPr/>
        </p:nvGrpSpPr>
        <p:grpSpPr>
          <a:xfrm>
            <a:off x="3269922" y="5672259"/>
            <a:ext cx="4925807" cy="307777"/>
            <a:chOff x="4092326" y="1688590"/>
            <a:chExt cx="4925807" cy="30777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CF84F14-415E-F39F-FBBF-DEC4551EE735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ON,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72192C6F-7FEC-C509-ED27-7858641434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124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357E4-1B73-52D4-9ACF-52B58AFE9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2647C7-9B9F-3B8E-2056-F741A65ED241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22A6522-4086-41FE-30AF-C398A9A7F03C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28A9FDE-DC58-F77C-4834-B69259327AB3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3CE063E-485C-3543-C2E3-330644AAB519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5C349-8834-781B-A271-9C893A398A84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FG 3D for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FG 3D has the following feature :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CE093B4A-ACB1-8139-6FC2-7EDDDEFCDA10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D5D36C-DCD9-EECC-9B60-CF127EBAD3E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t="1441"/>
          <a:stretch>
            <a:fillRect/>
          </a:stretch>
        </p:blipFill>
        <p:spPr>
          <a:xfrm>
            <a:off x="673608" y="1283672"/>
            <a:ext cx="2761826" cy="505668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0048DF-E43E-F2BA-BEF7-8A185F6BB81B}"/>
              </a:ext>
            </a:extLst>
          </p:cNvPr>
          <p:cNvGrpSpPr/>
          <p:nvPr/>
        </p:nvGrpSpPr>
        <p:grpSpPr>
          <a:xfrm>
            <a:off x="2834640" y="1283102"/>
            <a:ext cx="4925807" cy="261610"/>
            <a:chOff x="4092326" y="1688590"/>
            <a:chExt cx="4925807" cy="2616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9F1FCD8-5CB0-7F15-EC01-879CD6A9B554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02FA1E4-E93E-A347-823F-BF6F88F737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4B281C7-D3DD-5700-B872-DDE430F44A3A}"/>
              </a:ext>
            </a:extLst>
          </p:cNvPr>
          <p:cNvGrpSpPr/>
          <p:nvPr/>
        </p:nvGrpSpPr>
        <p:grpSpPr>
          <a:xfrm>
            <a:off x="2799156" y="1526695"/>
            <a:ext cx="4925807" cy="261610"/>
            <a:chOff x="4092326" y="1688590"/>
            <a:chExt cx="4925807" cy="26161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B366698-2333-16B8-29D1-CC4193958C42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340714E-485C-474B-B9A4-347782EFE1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650BC3B-A8CD-5B09-E906-94583BCD1F57}"/>
              </a:ext>
            </a:extLst>
          </p:cNvPr>
          <p:cNvGrpSpPr/>
          <p:nvPr/>
        </p:nvGrpSpPr>
        <p:grpSpPr>
          <a:xfrm>
            <a:off x="2250720" y="5091250"/>
            <a:ext cx="4925807" cy="261610"/>
            <a:chOff x="4092326" y="1688590"/>
            <a:chExt cx="4925807" cy="261610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C536E32-9647-6E92-8CB2-2EC400AC4284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Based on DB this is standard	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B9FA0F9E-473F-D50C-768E-007BB55C59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DEC45C9-26CE-4A87-05F9-3B07CAE50D44}"/>
              </a:ext>
            </a:extLst>
          </p:cNvPr>
          <p:cNvGrpSpPr/>
          <p:nvPr/>
        </p:nvGrpSpPr>
        <p:grpSpPr>
          <a:xfrm>
            <a:off x="2246256" y="5329775"/>
            <a:ext cx="4925807" cy="261610"/>
            <a:chOff x="4092326" y="1688590"/>
            <a:chExt cx="4925807" cy="261610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B34C1AE-FBC5-3F82-3299-520BD3DDB80D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Based on DB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5E34622-D380-4EB7-4AA1-8E4206A13E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0A2E69C-7339-C4D6-6441-32B0ACEFEF12}"/>
              </a:ext>
            </a:extLst>
          </p:cNvPr>
          <p:cNvGrpSpPr/>
          <p:nvPr/>
        </p:nvGrpSpPr>
        <p:grpSpPr>
          <a:xfrm>
            <a:off x="2246256" y="5605131"/>
            <a:ext cx="4925807" cy="261610"/>
            <a:chOff x="4092326" y="1688590"/>
            <a:chExt cx="4925807" cy="261610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3034AD8-C23B-A124-8C58-242C1C7657EB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Based on DB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88A538BE-F7C6-FC91-EB54-EE96EE1B59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A409866-F73E-DF10-0DB4-371CA4D1A575}"/>
              </a:ext>
            </a:extLst>
          </p:cNvPr>
          <p:cNvGrpSpPr/>
          <p:nvPr/>
        </p:nvGrpSpPr>
        <p:grpSpPr>
          <a:xfrm>
            <a:off x="2368691" y="5834319"/>
            <a:ext cx="4925807" cy="261610"/>
            <a:chOff x="4092326" y="1688590"/>
            <a:chExt cx="4925807" cy="261610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B181071-81B7-7EA5-A125-3CFB1C34C5E6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Based on DB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1268ACAA-83B1-E27B-7649-3C9A8BB2F8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A2072C0-E884-08AC-84D0-3B9E69F1D46D}"/>
              </a:ext>
            </a:extLst>
          </p:cNvPr>
          <p:cNvGrpSpPr/>
          <p:nvPr/>
        </p:nvGrpSpPr>
        <p:grpSpPr>
          <a:xfrm>
            <a:off x="2391937" y="6078746"/>
            <a:ext cx="4925807" cy="261610"/>
            <a:chOff x="4092326" y="1688590"/>
            <a:chExt cx="4925807" cy="261610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033A4DA-2D4D-6486-6B05-861068EEEABD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Based on DB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B191889D-266C-63E9-7023-15D6B2B85D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CC4DA2E-BF0D-C92D-CC2B-5C27E158A994}"/>
              </a:ext>
            </a:extLst>
          </p:cNvPr>
          <p:cNvGrpSpPr/>
          <p:nvPr/>
        </p:nvGrpSpPr>
        <p:grpSpPr>
          <a:xfrm>
            <a:off x="1927275" y="2284731"/>
            <a:ext cx="4925807" cy="261610"/>
            <a:chOff x="4092326" y="1688590"/>
            <a:chExt cx="4925807" cy="261610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36EE590-9155-1FE3-A8AD-D9E435578F66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FFA2D811-0865-5AA2-FD9A-C873FB9D22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26CD51D-63F0-A5F9-C8E4-D23BDF9E50EE}"/>
              </a:ext>
            </a:extLst>
          </p:cNvPr>
          <p:cNvGrpSpPr/>
          <p:nvPr/>
        </p:nvGrpSpPr>
        <p:grpSpPr>
          <a:xfrm>
            <a:off x="2799156" y="1796347"/>
            <a:ext cx="4925807" cy="261610"/>
            <a:chOff x="4092326" y="1688590"/>
            <a:chExt cx="4925807" cy="261610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D463BE3-FFF1-935A-FBA7-F514AE1BA826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DAEE139F-5A72-1F9E-E68D-407ADF0D1C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678FB47-9FC6-5B9F-2479-F81171390240}"/>
              </a:ext>
            </a:extLst>
          </p:cNvPr>
          <p:cNvGrpSpPr/>
          <p:nvPr/>
        </p:nvGrpSpPr>
        <p:grpSpPr>
          <a:xfrm>
            <a:off x="1934737" y="2045101"/>
            <a:ext cx="4925807" cy="261610"/>
            <a:chOff x="4092326" y="1688590"/>
            <a:chExt cx="4925807" cy="26161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E061495-5FC4-775D-0235-EA2B22BCC14F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E2292749-EEA9-A98C-357C-5735B48BA7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335489E-5CC9-5E46-4D22-BA356EDB699A}"/>
              </a:ext>
            </a:extLst>
          </p:cNvPr>
          <p:cNvGrpSpPr/>
          <p:nvPr/>
        </p:nvGrpSpPr>
        <p:grpSpPr>
          <a:xfrm>
            <a:off x="2054521" y="2513238"/>
            <a:ext cx="4925807" cy="261610"/>
            <a:chOff x="4092326" y="1688590"/>
            <a:chExt cx="4925807" cy="261610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BEBBF37-09B2-F98E-A3F7-DBC867CEB8DB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3CD5E7DC-C6DA-BBFB-E3FB-3274E20428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3987D49-E7F4-AC23-D912-951F31A68A6A}"/>
              </a:ext>
            </a:extLst>
          </p:cNvPr>
          <p:cNvGrpSpPr/>
          <p:nvPr/>
        </p:nvGrpSpPr>
        <p:grpSpPr>
          <a:xfrm>
            <a:off x="1996259" y="2816981"/>
            <a:ext cx="4925807" cy="261610"/>
            <a:chOff x="4092326" y="1688590"/>
            <a:chExt cx="4925807" cy="261610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FD6E0C0-9E46-D64B-5A86-07CC63A70123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A67AF055-0944-0AD3-1B1B-210F8ADDED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8D8F077-AA7E-DF34-E02C-A68528326F99}"/>
              </a:ext>
            </a:extLst>
          </p:cNvPr>
          <p:cNvGrpSpPr/>
          <p:nvPr/>
        </p:nvGrpSpPr>
        <p:grpSpPr>
          <a:xfrm>
            <a:off x="2051523" y="3069846"/>
            <a:ext cx="4925807" cy="261610"/>
            <a:chOff x="4092326" y="1688590"/>
            <a:chExt cx="4925807" cy="261610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205EB80-14DF-C749-369C-1FE7559E4FD5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840CB848-D81C-D33F-E01D-7581229830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77DC6E8-68C5-E46C-9503-02076E22C154}"/>
              </a:ext>
            </a:extLst>
          </p:cNvPr>
          <p:cNvGrpSpPr/>
          <p:nvPr/>
        </p:nvGrpSpPr>
        <p:grpSpPr>
          <a:xfrm>
            <a:off x="2051523" y="3357987"/>
            <a:ext cx="4925807" cy="261610"/>
            <a:chOff x="4092326" y="1688590"/>
            <a:chExt cx="4925807" cy="261610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ACB561D-F4C3-7F85-A13B-66A10D70D76C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285F1F20-5419-042B-F5BE-EC73CFBA19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A30EE49-0541-4E50-8DAD-0A5593F715A1}"/>
              </a:ext>
            </a:extLst>
          </p:cNvPr>
          <p:cNvGrpSpPr/>
          <p:nvPr/>
        </p:nvGrpSpPr>
        <p:grpSpPr>
          <a:xfrm>
            <a:off x="2246256" y="3587710"/>
            <a:ext cx="4925807" cy="261610"/>
            <a:chOff x="4092326" y="1688590"/>
            <a:chExt cx="4925807" cy="261610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FA54649-7AFE-878A-CF8A-498A7681BD6C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18953555-8054-FE95-48AA-33F2176B37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DA18AA8-57D9-9F09-06D8-2E0ECFF1B797}"/>
              </a:ext>
            </a:extLst>
          </p:cNvPr>
          <p:cNvGrpSpPr/>
          <p:nvPr/>
        </p:nvGrpSpPr>
        <p:grpSpPr>
          <a:xfrm>
            <a:off x="1927275" y="4071357"/>
            <a:ext cx="4925807" cy="261610"/>
            <a:chOff x="4092326" y="1688590"/>
            <a:chExt cx="4925807" cy="261610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0437552-E3D7-4BF4-535E-9AB44B9EF062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Based on DB this is standard	</a:t>
              </a:r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9A606F44-6092-FA0B-0E88-84ADB4C779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F594CB1-79CB-F269-8FB3-30DE9A251767}"/>
              </a:ext>
            </a:extLst>
          </p:cNvPr>
          <p:cNvGrpSpPr/>
          <p:nvPr/>
        </p:nvGrpSpPr>
        <p:grpSpPr>
          <a:xfrm>
            <a:off x="1782337" y="4360360"/>
            <a:ext cx="4925807" cy="261610"/>
            <a:chOff x="4092326" y="1688590"/>
            <a:chExt cx="4925807" cy="26161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487CDBC-8166-E2B7-6AF6-18FEC3257597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Based on DB</a:t>
              </a: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01726C79-6A2B-3140-43C6-7D40F33E9D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B53B93E-0F8A-FCEE-DF35-911C5AC43EC0}"/>
              </a:ext>
            </a:extLst>
          </p:cNvPr>
          <p:cNvGrpSpPr/>
          <p:nvPr/>
        </p:nvGrpSpPr>
        <p:grpSpPr>
          <a:xfrm>
            <a:off x="1782337" y="4607602"/>
            <a:ext cx="4925807" cy="261610"/>
            <a:chOff x="4092326" y="1688590"/>
            <a:chExt cx="4925807" cy="261610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9F5F4F5-33B0-04FC-D5A0-D706736B03A1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Based on DB</a:t>
              </a: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58102D26-C450-1A4E-BA2B-C34DDB0F8D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7" name="Picture 96">
            <a:extLst>
              <a:ext uri="{FF2B5EF4-FFF2-40B4-BE49-F238E27FC236}">
                <a16:creationId xmlns:a16="http://schemas.microsoft.com/office/drawing/2014/main" id="{81E23119-978D-D8CC-4B6C-1C78BF51025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l="1" r="1523"/>
          <a:stretch>
            <a:fillRect/>
          </a:stretch>
        </p:blipFill>
        <p:spPr>
          <a:xfrm>
            <a:off x="5725248" y="1531433"/>
            <a:ext cx="2938042" cy="4302885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4B7E79BD-DF02-F4D7-51AC-701DF213457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l="3121"/>
          <a:stretch>
            <a:fillRect/>
          </a:stretch>
        </p:blipFill>
        <p:spPr>
          <a:xfrm>
            <a:off x="9053259" y="1324537"/>
            <a:ext cx="2361016" cy="464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805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8A435-E62C-E199-66BE-9F46B673C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D5EE94-19AF-684C-5703-CF5C812CCF39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D150BCC-68B2-967F-4D6C-B4B6EE656740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1E90E8C-4517-B647-86B6-24008590374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ACC564F-25BE-42FB-5F87-2EB82A20CC36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9940C3-8943-ED2D-E326-AF88D1F32F07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FG 3D for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FG 3D has the following feature :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93FE6C76-EA6B-E409-3CF3-E243C6B2B0B5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0CD1E393-6DDE-2292-CC7E-69F4A25F3E7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l="1" r="1523"/>
          <a:stretch>
            <a:fillRect/>
          </a:stretch>
        </p:blipFill>
        <p:spPr>
          <a:xfrm>
            <a:off x="391248" y="1438042"/>
            <a:ext cx="2938042" cy="430288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BF146CC-A433-BD5F-88A4-8A2FCA559B8C}"/>
              </a:ext>
            </a:extLst>
          </p:cNvPr>
          <p:cNvGrpSpPr/>
          <p:nvPr/>
        </p:nvGrpSpPr>
        <p:grpSpPr>
          <a:xfrm>
            <a:off x="1701971" y="2922272"/>
            <a:ext cx="4925807" cy="261610"/>
            <a:chOff x="4092326" y="1688590"/>
            <a:chExt cx="4925807" cy="2616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BB61BB-E88B-5612-692C-4AF1DF0D2B0C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 case we have oval hole H = HH , and HW from the DB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84165B8-3C76-8C4B-0DA2-B924C34553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EE054E4-3B77-7A8A-B737-2CAA41C77C0D}"/>
              </a:ext>
            </a:extLst>
          </p:cNvPr>
          <p:cNvGrpSpPr/>
          <p:nvPr/>
        </p:nvGrpSpPr>
        <p:grpSpPr>
          <a:xfrm>
            <a:off x="1701971" y="4277739"/>
            <a:ext cx="4925807" cy="261610"/>
            <a:chOff x="4092326" y="1688590"/>
            <a:chExt cx="4925807" cy="2616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DD2B18F-7FA8-4C16-E7E9-705B922E4D88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 case we have slot hole H = ST , and SW from the DB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01FF13F-C010-313B-629D-3CB32E6055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0246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2153C-9006-CE07-252C-745343FF4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E76FC1-FC1F-6CE2-057B-FFB20D248D3F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8E39FF3-4C2F-AA8E-59FE-365FF37F06CC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800CD2F-9617-49F6-064C-29D98EF04E67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7545D45-AE35-18F8-B878-B32736B3385E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4DF764-A6E0-7091-77B8-98C4B13274D5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FG 3D for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FG 3D has the following feature :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856F0306-6CA4-4201-43FD-0E355C42D90A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EAC00A1A-A352-A07C-8DCE-38291FDF91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l="1" r="1523"/>
          <a:stretch>
            <a:fillRect/>
          </a:stretch>
        </p:blipFill>
        <p:spPr>
          <a:xfrm>
            <a:off x="391248" y="1438042"/>
            <a:ext cx="2938042" cy="430288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D3066B7-7819-6E81-9D4C-070C5B583838}"/>
              </a:ext>
            </a:extLst>
          </p:cNvPr>
          <p:cNvGrpSpPr/>
          <p:nvPr/>
        </p:nvGrpSpPr>
        <p:grpSpPr>
          <a:xfrm>
            <a:off x="1642704" y="1725462"/>
            <a:ext cx="4925807" cy="261610"/>
            <a:chOff x="4092326" y="1688590"/>
            <a:chExt cx="4925807" cy="2616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1462BC6-7A3E-067F-734E-F15D87663245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If not mentioned in DB , this need H value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31920D4-2360-1747-5C4B-BC1F7390F3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FB86E74-9DF5-3362-8D15-0F7B242D1470}"/>
              </a:ext>
            </a:extLst>
          </p:cNvPr>
          <p:cNvGrpSpPr/>
          <p:nvPr/>
        </p:nvGrpSpPr>
        <p:grpSpPr>
          <a:xfrm>
            <a:off x="1642704" y="2885995"/>
            <a:ext cx="4925807" cy="261610"/>
            <a:chOff x="4092326" y="1688590"/>
            <a:chExt cx="4925807" cy="2616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FAB55D3-BA9B-2EE5-EA4A-7EA4FE829026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If not mentioned in DB , this need HH and HW value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5588044-34FB-703F-E22C-31E8857D99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677AC5A-6CC6-B008-520C-548867AD030B}"/>
              </a:ext>
            </a:extLst>
          </p:cNvPr>
          <p:cNvGrpSpPr/>
          <p:nvPr/>
        </p:nvGrpSpPr>
        <p:grpSpPr>
          <a:xfrm>
            <a:off x="1642704" y="4313461"/>
            <a:ext cx="4925807" cy="261610"/>
            <a:chOff x="4092326" y="1688590"/>
            <a:chExt cx="4925807" cy="2616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B7E8F8C-64E8-7B4C-B47B-0734BA2EBC03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If not mentioned in DB , this need ST and SW value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8CBD2F9-61CD-55DC-B492-F45C1E4DEF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6999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A2FC0-D714-2DA0-856B-C7C01D3D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5D01AF-C3AE-6BE0-FF85-5766A65857CB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AB3E00A-6340-3BD1-B1A1-1B4E9B0E8CC3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8C96432-5355-B7D7-F1D7-6498A4560B64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D33293D-6F6D-6694-B22E-F96B9E4B361E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132150-07C7-1746-C9A3-C61FEBED4411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FG 3D for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FG 3D has the following feature :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31F2787C-5B11-9C2A-F083-F7827B5DAF1B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8ED34E-5409-0BBE-D73E-BBEEF716A54B}"/>
              </a:ext>
            </a:extLst>
          </p:cNvPr>
          <p:cNvGrpSpPr/>
          <p:nvPr/>
        </p:nvGrpSpPr>
        <p:grpSpPr>
          <a:xfrm>
            <a:off x="2074144" y="3841442"/>
            <a:ext cx="4925807" cy="261610"/>
            <a:chOff x="4092326" y="1688590"/>
            <a:chExt cx="4925807" cy="2616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2718485-A5DA-0AFD-EFEE-20D5BBE96900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If not mentioned in DB , this need GD and GO values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60B331F-94D3-747B-0825-48D4BD168D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0C7EDDD-98B2-8C72-5885-4F8A9F839F61}"/>
              </a:ext>
            </a:extLst>
          </p:cNvPr>
          <p:cNvGrpSpPr/>
          <p:nvPr/>
        </p:nvGrpSpPr>
        <p:grpSpPr>
          <a:xfrm>
            <a:off x="2074144" y="2626816"/>
            <a:ext cx="4925807" cy="261610"/>
            <a:chOff x="4092326" y="1688590"/>
            <a:chExt cx="4925807" cy="2616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9849AD4-38FB-005A-0C67-378E087A7D8D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If not mentioned in DB , this need CL and CD values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C54F02D-D2B5-1408-6AE9-49BF156602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FC06FFD-C368-8324-E8AE-3781F8466192}"/>
              </a:ext>
            </a:extLst>
          </p:cNvPr>
          <p:cNvGrpSpPr/>
          <p:nvPr/>
        </p:nvGrpSpPr>
        <p:grpSpPr>
          <a:xfrm>
            <a:off x="2201144" y="1638779"/>
            <a:ext cx="4925807" cy="261610"/>
            <a:chOff x="4092326" y="1688590"/>
            <a:chExt cx="4925807" cy="2616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089380-2D9B-766E-862F-7C200BC9DC86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If not mentioned in DB , this need GA, B and GD values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F5CC391-D56E-C853-BF98-7AD90972E7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39EEEF4B-7CD9-EB3A-DA77-28FB4A2C0FF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l="3121"/>
          <a:stretch>
            <a:fillRect/>
          </a:stretch>
        </p:blipFill>
        <p:spPr>
          <a:xfrm>
            <a:off x="673608" y="1422824"/>
            <a:ext cx="2361016" cy="4640587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8FF67A82-A4AB-4138-EBE6-B3B5685E8580}"/>
              </a:ext>
            </a:extLst>
          </p:cNvPr>
          <p:cNvGrpSpPr/>
          <p:nvPr/>
        </p:nvGrpSpPr>
        <p:grpSpPr>
          <a:xfrm>
            <a:off x="2246256" y="5323331"/>
            <a:ext cx="4925807" cy="261610"/>
            <a:chOff x="4092326" y="1688590"/>
            <a:chExt cx="4925807" cy="26161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A43A89A-B996-C7E5-1824-E29B2D9DCA95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If not mentioned in DB , if we don’t have non above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661A8FA-07C0-6A59-8CA9-D9952D706B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2D63BB3-005F-CE4C-BFC3-123585324542}"/>
              </a:ext>
            </a:extLst>
          </p:cNvPr>
          <p:cNvGrpSpPr/>
          <p:nvPr/>
        </p:nvGrpSpPr>
        <p:grpSpPr>
          <a:xfrm>
            <a:off x="2201144" y="4806394"/>
            <a:ext cx="4925807" cy="261610"/>
            <a:chOff x="4092326" y="1688590"/>
            <a:chExt cx="4925807" cy="26161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03ED246-76B8-C2A6-4557-165C02FA9DDE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If not mentioned in DB , if we G, CGR and CGD values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9FFF08F-6B81-29B7-9576-B418EA0E75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26C47D-3CB3-BC07-6FAB-9026C36A3A06}"/>
              </a:ext>
            </a:extLst>
          </p:cNvPr>
          <p:cNvGrpSpPr/>
          <p:nvPr/>
        </p:nvGrpSpPr>
        <p:grpSpPr>
          <a:xfrm>
            <a:off x="2588301" y="3567123"/>
            <a:ext cx="9138032" cy="261610"/>
            <a:chOff x="4092326" y="1688590"/>
            <a:chExt cx="4925807" cy="26161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0D5DF22-4092-E251-0094-18B5FE649544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 case </a:t>
              </a:r>
              <a:r>
                <a:rPr lang="en-US" sz="11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fo</a:t>
              </a:r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CBL this </a:t>
              </a:r>
              <a:r>
                <a:rPr lang="en-US" sz="11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feaure</a:t>
              </a:r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need to ON, but </a:t>
              </a:r>
              <a:r>
                <a:rPr lang="en-US" sz="11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c_br_feature</a:t>
              </a:r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should be off, CBRD and CBRL parameters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4CD70A1-933B-5420-6015-D6940F783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1071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E8EB8-F7D4-6227-4262-2CA84B7D1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F55641-9BE6-8749-9156-732E89978D39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83B6D9B-BE56-507A-CD31-4F4DD36FF053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F19C887-C1C7-0998-75A6-949782BA6CBE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02ED3D0-81D2-8D95-1BD1-5D02194BA96F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804B2-6720-7CAC-EB3E-2AA1F7EB862F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can select the type of drawing from drawings properties manager, PGB no need to fill these properties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3C662E84-5CAB-1395-6B6A-9D9DEBC9698E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46C58D-5A46-2C2A-EC3C-C273A9A7FEA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53892" y="1283102"/>
            <a:ext cx="3205479" cy="8067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B67CDB-CC10-C895-DF70-FA6DFD2A4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29" y="1373892"/>
            <a:ext cx="6292427" cy="7378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48E2560-C7CC-D68B-ACAC-6DC0129CE5C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2629" y="2734174"/>
            <a:ext cx="3909591" cy="2864786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6F48ABA-AD16-5C35-F9CE-3591F77A21CB}"/>
              </a:ext>
            </a:extLst>
          </p:cNvPr>
          <p:cNvCxnSpPr/>
          <p:nvPr/>
        </p:nvCxnSpPr>
        <p:spPr>
          <a:xfrm flipH="1">
            <a:off x="3578629" y="3729182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2BE992F-507D-04FD-DBA9-2BF209B98ADE}"/>
              </a:ext>
            </a:extLst>
          </p:cNvPr>
          <p:cNvCxnSpPr/>
          <p:nvPr/>
        </p:nvCxnSpPr>
        <p:spPr>
          <a:xfrm flipH="1">
            <a:off x="3663296" y="4127116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8251517-D9F7-47A6-5DEB-A6ED95D0B940}"/>
              </a:ext>
            </a:extLst>
          </p:cNvPr>
          <p:cNvCxnSpPr/>
          <p:nvPr/>
        </p:nvCxnSpPr>
        <p:spPr>
          <a:xfrm flipH="1">
            <a:off x="3663296" y="4499650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E565820-1759-84BD-E452-93F74E4C09D4}"/>
              </a:ext>
            </a:extLst>
          </p:cNvPr>
          <p:cNvCxnSpPr/>
          <p:nvPr/>
        </p:nvCxnSpPr>
        <p:spPr>
          <a:xfrm flipH="1">
            <a:off x="3663296" y="4872184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2C9A2F9-49F6-5398-A1B6-4E1335DD792B}"/>
              </a:ext>
            </a:extLst>
          </p:cNvPr>
          <p:cNvCxnSpPr/>
          <p:nvPr/>
        </p:nvCxnSpPr>
        <p:spPr>
          <a:xfrm flipH="1">
            <a:off x="4143894" y="5312451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400264D-9FF9-329D-2D30-EC8268EB42BB}"/>
              </a:ext>
            </a:extLst>
          </p:cNvPr>
          <p:cNvSpPr txBox="1"/>
          <p:nvPr/>
        </p:nvSpPr>
        <p:spPr>
          <a:xfrm>
            <a:off x="4793827" y="3555362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DC1CF5-C23F-1076-39E6-8AE09AECF5CC}"/>
              </a:ext>
            </a:extLst>
          </p:cNvPr>
          <p:cNvSpPr txBox="1"/>
          <p:nvPr/>
        </p:nvSpPr>
        <p:spPr>
          <a:xfrm>
            <a:off x="4793827" y="3984666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703EDA-FB36-8F77-DBDF-B80C15B424A8}"/>
              </a:ext>
            </a:extLst>
          </p:cNvPr>
          <p:cNvSpPr txBox="1"/>
          <p:nvPr/>
        </p:nvSpPr>
        <p:spPr>
          <a:xfrm>
            <a:off x="4878494" y="4340781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FD8218-B1DA-7B9E-1E12-FB7F2E4E7743}"/>
              </a:ext>
            </a:extLst>
          </p:cNvPr>
          <p:cNvSpPr txBox="1"/>
          <p:nvPr/>
        </p:nvSpPr>
        <p:spPr>
          <a:xfrm>
            <a:off x="4793827" y="4713314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C54A75-1906-7456-9E48-8F226686B8FD}"/>
              </a:ext>
            </a:extLst>
          </p:cNvPr>
          <p:cNvSpPr txBox="1"/>
          <p:nvPr/>
        </p:nvSpPr>
        <p:spPr>
          <a:xfrm>
            <a:off x="5361093" y="5134185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 view</a:t>
            </a:r>
          </a:p>
        </p:txBody>
      </p:sp>
    </p:spTree>
    <p:extLst>
      <p:ext uri="{BB962C8B-B14F-4D97-AF65-F5344CB8AC3E}">
        <p14:creationId xmlns:p14="http://schemas.microsoft.com/office/powerpoint/2010/main" val="3678626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EA1BF-31C1-7B25-6FF2-6F606D259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F8A08D-E5A6-C228-C3AD-F320F18C14A3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2675C3B-F1F2-C296-5E88-F1EE2FDBDEAF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5B277A0-AA3B-B3BE-C49C-002D7B264A20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B49AAA6-072F-6C2E-5008-1B82E815B12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B6541-6274-159A-3CAB-82F09A4BA857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BBBDCF79-76FA-6CBE-AB8F-5183D4E43A37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EEE67C-7218-F389-D3AF-3812F519A5E3}"/>
              </a:ext>
            </a:extLst>
          </p:cNvPr>
          <p:cNvSpPr txBox="1"/>
          <p:nvPr/>
        </p:nvSpPr>
        <p:spPr>
          <a:xfrm>
            <a:off x="3076787" y="1434729"/>
            <a:ext cx="85360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of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SYLE_A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show only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VBL@ style_a_annotation_front_plan 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we have SLB feature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BA_VBL@annotation_front_plan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we have SLB feature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58EE28-A4BF-927D-9DD6-28E70A28786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195297"/>
            <a:ext cx="1457961" cy="497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11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8996A-A23C-C0CC-B99D-8F0E1A27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EF634B-A3B5-955D-DC97-22F9C27F6C47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2607851-E2BC-87E1-17DF-6CE383ACB689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2D3EA2E-992A-66C3-7B82-00188E43FE3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A8C881D-F063-4595-4C17-312E93D9AD4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AAB318-9BFE-EC28-96F0-3A70C6CEC338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4203DA58-8CAF-7155-3C61-0B38E0710922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E6CE23-5ED8-82E5-0D44-48B6FB2B22DB}"/>
              </a:ext>
            </a:extLst>
          </p:cNvPr>
          <p:cNvSpPr txBox="1"/>
          <p:nvPr/>
        </p:nvSpPr>
        <p:spPr>
          <a:xfrm>
            <a:off x="3076787" y="1434729"/>
            <a:ext cx="85360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</a:p>
          <a:p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TL@annotation_right_plan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9709E0-4562-E425-BB4A-4B3D3DC8F84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205673"/>
            <a:ext cx="1841165" cy="500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64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98B38-17B1-5284-916B-7E9AD3EC9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BC1789-4D6E-046C-A6BA-AF9376169940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80465AB-FBE1-1C9B-28DE-557E6E99ADC4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7EA5D5C-4840-47B1-8ACF-09C2240126DC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9F09029-98F2-79D7-1065-B313FFD24F7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861FEA-84E8-C5D3-E431-6624FE5A11BB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B9A6701E-F6B4-0873-B47D-5FB1A9E96763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82505D-D05D-44AA-DE27-812BF114644A}"/>
              </a:ext>
            </a:extLst>
          </p:cNvPr>
          <p:cNvSpPr txBox="1"/>
          <p:nvPr/>
        </p:nvSpPr>
        <p:spPr>
          <a:xfrm>
            <a:off x="3076787" y="1434729"/>
            <a:ext cx="85360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TD@annotation_top_plan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TDF@annotation_top_plan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D4EBD2-188A-B111-D93F-D7429D1BE2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t="7983" r="8371" b="14488"/>
          <a:stretch>
            <a:fillRect/>
          </a:stretch>
        </p:blipFill>
        <p:spPr>
          <a:xfrm>
            <a:off x="228601" y="2523809"/>
            <a:ext cx="2760133" cy="213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0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C2002-2E58-C585-8688-90E2054FF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C32FE1-6868-89DF-25C1-3F8DC0323435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253B30C-4714-2134-20FD-30462CD9D272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70ED5EA-0E1C-CEB4-6F34-BE12564AA41C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0AB46B0-0639-A9A7-35D6-A0ADE9B2E2ED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D8AF6-1B7B-5DE1-8C47-E3A01FBD01C3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D99A5E2E-1BFC-7074-614D-AC6E8EC7CF60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87F4D4-34A1-70EE-DE4C-498CD24C2DA0}"/>
              </a:ext>
            </a:extLst>
          </p:cNvPr>
          <p:cNvSpPr txBox="1"/>
          <p:nvPr/>
        </p:nvSpPr>
        <p:spPr>
          <a:xfrm>
            <a:off x="3076787" y="1434729"/>
            <a:ext cx="85360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DA3B3A-86A2-C444-93A9-2AF8C2E4075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l="4057" r="9096"/>
          <a:stretch>
            <a:fillRect/>
          </a:stretch>
        </p:blipFill>
        <p:spPr>
          <a:xfrm>
            <a:off x="760306" y="1420488"/>
            <a:ext cx="1855893" cy="457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16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9C701-A8E9-9248-DE75-CAAD20E53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051164-A092-A691-A55B-E13EA2215F74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F6A13CD-6DB3-A2C0-AB27-1935DE34FFE8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4AF092E-3203-FC5C-F927-855ECEF0BA7F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4B0EE9B-42E4-2F90-DB5C-7BDB7B2AF356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3A856D-CE2E-8F25-486A-442C16EA5A2B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</a:t>
            </a: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D5D9B35-A524-50A1-5985-FA827409932F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9D794A-7617-1F5F-EE50-E3440B78B657}"/>
              </a:ext>
            </a:extLst>
          </p:cNvPr>
          <p:cNvSpPr txBox="1"/>
          <p:nvPr/>
        </p:nvSpPr>
        <p:spPr>
          <a:xfrm>
            <a:off x="3655907" y="1399962"/>
            <a:ext cx="853609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of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SYLE_A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show only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9E6673-EC9A-1354-6F75-6C0BD152F74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9880" y="1477384"/>
            <a:ext cx="3072253" cy="462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32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0C650-6AF3-56A0-9FC6-0E9234840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5F943C-D517-DC64-4A24-1FA144B2FDC6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30C8699-0E73-9D6D-70A5-0A86F11131C9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A9020F1-D766-F280-0D9A-28CCE2EE6E1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3C7FCB0-8B4E-77DE-0530-960E748758CA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9A5A2E-8F87-590A-755C-2C4B2BC8A404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in case of FG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50BF857D-AA88-2E51-66F1-D5EF3D01DDC9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A378D2-0E38-FFF5-C397-3D92200D860F}"/>
              </a:ext>
            </a:extLst>
          </p:cNvPr>
          <p:cNvSpPr txBox="1"/>
          <p:nvPr/>
        </p:nvSpPr>
        <p:spPr>
          <a:xfrm>
            <a:off x="3076787" y="1434729"/>
            <a:ext cx="85360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VBL@ style_a_annotation_front_plan 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we have SLB feature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BA_VBL@annotation_front_plan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we have SLB feature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725AB9-FD11-F098-8D43-94C9B090B0E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195297"/>
            <a:ext cx="1457961" cy="497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3FEF7-DF86-F9B3-54A8-6825C1F7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3A9888-98BD-2FBE-BBDB-5D105438EB08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C9CB857-CA68-4AE0-7BE2-CB4904EB25B7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EDD8259-DF83-989B-6214-E9457594435E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155FEA9-5118-C85F-3BC3-BAD92832688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D3E26-CE3C-EC5E-ED97-F28AA46FD5F0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in case of FG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5732D0AF-CD62-A074-658C-B2901198EA53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ECAC0F-E18A-0547-1908-385B1B3BCB4B}"/>
              </a:ext>
            </a:extLst>
          </p:cNvPr>
          <p:cNvSpPr txBox="1"/>
          <p:nvPr/>
        </p:nvSpPr>
        <p:spPr>
          <a:xfrm>
            <a:off x="3076787" y="1434729"/>
            <a:ext cx="85360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</a:p>
          <a:p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TL@annotation_right_plan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7456F8-F1C4-CE86-2664-5DDE4A2CB0D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205673"/>
            <a:ext cx="1841165" cy="500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003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ECF35-EABE-29E3-B253-5C12DAD9A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DDA985-ECD0-4093-50D6-64AF0FDEE652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0189745-9A60-5BAD-FDC8-1BD3915CD9D0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9E853FC-CF59-EE3D-1507-7AD1B938D5E0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1A6B69D-8CD5-54C3-953F-FBFAB04114CD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37965-A36F-06F6-DB18-850B35FC6250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in case of FG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29A32888-CEC5-77E0-FE63-EB84242F7C44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C592A6-6EE4-B452-CBA5-B1EC7AA32A74}"/>
              </a:ext>
            </a:extLst>
          </p:cNvPr>
          <p:cNvSpPr txBox="1"/>
          <p:nvPr/>
        </p:nvSpPr>
        <p:spPr>
          <a:xfrm>
            <a:off x="3076787" y="1434729"/>
            <a:ext cx="85360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TD@annotation_top_plan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TDF@annotation_top_plan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68343E-0309-E5C7-DEA0-4339512CCAE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t="7983" r="8371" b="14488"/>
          <a:stretch>
            <a:fillRect/>
          </a:stretch>
        </p:blipFill>
        <p:spPr>
          <a:xfrm>
            <a:off x="228601" y="2523809"/>
            <a:ext cx="2760133" cy="213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47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DA3AC-F8A1-7801-6F46-8A67710B5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B6D0AE2-23EC-D749-4062-CF3CCA94AA3F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7D8DAC-5036-60C1-5040-75C920427269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A0992FE-DC9D-8497-E8FE-EE22804B38F2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0A6B295-7042-BDCF-787D-442DDDE61034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E52116-2A31-603E-5298-BEC6CF864E0B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C85FA02D-7C3A-A980-E04B-E5F4FFB55142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D053FF-D1BC-98C1-D9DF-5AD79520EF35}"/>
              </a:ext>
            </a:extLst>
          </p:cNvPr>
          <p:cNvSpPr txBox="1"/>
          <p:nvPr/>
        </p:nvSpPr>
        <p:spPr>
          <a:xfrm>
            <a:off x="3076787" y="1434729"/>
            <a:ext cx="85360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if VG groove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if VG groove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if GV groove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GD_G@annotation_right_plan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if G groove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if G groove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if C groove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CD@annotation_right_plan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if C groove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D2DCCF-C127-53AB-ABF1-415432EFA0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9120" y="1434729"/>
            <a:ext cx="2057578" cy="469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9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B259C-47B4-7527-8A5A-552B162D3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10206A-A8F3-F5D7-C62F-E79A8F05717E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20DA6DD-3991-51C7-1C11-659F2B760AAD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E3A2D9A-D2CB-1716-A674-BD5D8A2F8B17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522EF6E-26EC-624A-838C-F8A281EE455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A1ABC-4612-39CF-AA6C-A0505671FB59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</a:t>
            </a: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1C289352-66B9-38B6-E704-F51C5A37B13B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1AEBBD-E07B-3BD5-F4EB-CAB4046234A3}"/>
              </a:ext>
            </a:extLst>
          </p:cNvPr>
          <p:cNvSpPr txBox="1"/>
          <p:nvPr/>
        </p:nvSpPr>
        <p:spPr>
          <a:xfrm>
            <a:off x="3655907" y="1399962"/>
            <a:ext cx="853609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in production drawing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NR@annotation_front_plan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in production drawing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FNA@annotation_front_plan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BF@annotation_front_plan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in production drawing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in production drawing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in production drawing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CGD@annotation_front_plan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CGR@annotation_front_plan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in production drawing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G@annotation_front_plan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8FE87F-6E78-EBCF-1AB9-B27EB371E72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5777" y="1412904"/>
            <a:ext cx="2965027" cy="458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25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DDABD-3818-C01C-66E8-78E3FBA6C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64EC2B-358D-B648-D302-C71CC8E840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l="1444" t="1294" r="2449" b="2275"/>
          <a:stretch>
            <a:fillRect/>
          </a:stretch>
        </p:blipFill>
        <p:spPr>
          <a:xfrm>
            <a:off x="6187440" y="1125067"/>
            <a:ext cx="5776986" cy="4405616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9D41389-B6A7-185F-2F2F-4B0DB107D4F0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5AB65D4-D76F-00F6-C22F-4ADBC2FCD362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0C01F48-D73A-9D0D-AA5E-7C7D7F83922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A0FE2CC-0C22-2515-C409-D78F7293B10E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04B6D-68EB-9BFF-0C8D-518ECED76FA7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8E831DA-143B-A236-D60E-58296072AE6A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FE1D01-57ED-17CF-D53D-F9DB1BBC607D}"/>
              </a:ext>
            </a:extLst>
          </p:cNvPr>
          <p:cNvSpPr txBox="1"/>
          <p:nvPr/>
        </p:nvSpPr>
        <p:spPr>
          <a:xfrm>
            <a:off x="563880" y="1340510"/>
            <a:ext cx="5532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general, overlays respect the following shape 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and Left view.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Axillary view Optional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Overlay Metadata controlled by properties manager's bellow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2B5A4E-BCE4-DA38-A391-F8FF7F7881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921"/>
          <a:stretch>
            <a:fillRect/>
          </a:stretch>
        </p:blipFill>
        <p:spPr>
          <a:xfrm>
            <a:off x="618744" y="2578534"/>
            <a:ext cx="4921609" cy="170093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2A375BF-A491-A98C-420B-EB01B295D33E}"/>
              </a:ext>
            </a:extLst>
          </p:cNvPr>
          <p:cNvSpPr/>
          <p:nvPr/>
        </p:nvSpPr>
        <p:spPr>
          <a:xfrm>
            <a:off x="7301997" y="2171507"/>
            <a:ext cx="1755648" cy="245701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34A306-CB9D-D9CF-68D3-71E00D721320}"/>
              </a:ext>
            </a:extLst>
          </p:cNvPr>
          <p:cNvSpPr/>
          <p:nvPr/>
        </p:nvSpPr>
        <p:spPr>
          <a:xfrm>
            <a:off x="10089663" y="2171507"/>
            <a:ext cx="1755648" cy="245701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383440-3977-3BCB-2B01-0CCC3CC77FAA}"/>
              </a:ext>
            </a:extLst>
          </p:cNvPr>
          <p:cNvSpPr txBox="1"/>
          <p:nvPr/>
        </p:nvSpPr>
        <p:spPr>
          <a:xfrm>
            <a:off x="10419609" y="5884147"/>
            <a:ext cx="1095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5964B6-410B-F907-8764-BCDCDCAFF93F}"/>
              </a:ext>
            </a:extLst>
          </p:cNvPr>
          <p:cNvSpPr/>
          <p:nvPr/>
        </p:nvSpPr>
        <p:spPr>
          <a:xfrm>
            <a:off x="9474200" y="4781384"/>
            <a:ext cx="2102104" cy="522135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7E2D6D-2E0C-D60B-F562-30BA6CC32BE8}"/>
              </a:ext>
            </a:extLst>
          </p:cNvPr>
          <p:cNvSpPr/>
          <p:nvPr/>
        </p:nvSpPr>
        <p:spPr>
          <a:xfrm>
            <a:off x="6419087" y="1327318"/>
            <a:ext cx="791469" cy="3752682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EFFF57-6B3C-D83A-1F0E-3BF728108034}"/>
              </a:ext>
            </a:extLst>
          </p:cNvPr>
          <p:cNvSpPr txBox="1"/>
          <p:nvPr/>
        </p:nvSpPr>
        <p:spPr>
          <a:xfrm>
            <a:off x="7301997" y="5843841"/>
            <a:ext cx="1095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 view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C2EC1F-163D-34E6-EFF2-C7648B04C08F}"/>
              </a:ext>
            </a:extLst>
          </p:cNvPr>
          <p:cNvSpPr txBox="1"/>
          <p:nvPr/>
        </p:nvSpPr>
        <p:spPr>
          <a:xfrm>
            <a:off x="8687179" y="5895868"/>
            <a:ext cx="1218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Axillary view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9367D8-A97E-82D3-0444-161B6C3518EE}"/>
              </a:ext>
            </a:extLst>
          </p:cNvPr>
          <p:cNvSpPr txBox="1"/>
          <p:nvPr/>
        </p:nvSpPr>
        <p:spPr>
          <a:xfrm>
            <a:off x="4768141" y="4557351"/>
            <a:ext cx="1095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9C21D2-34AF-E69C-836F-5A7C8A82CFB1}"/>
              </a:ext>
            </a:extLst>
          </p:cNvPr>
          <p:cNvCxnSpPr>
            <a:stCxn id="23" idx="3"/>
          </p:cNvCxnSpPr>
          <p:nvPr/>
        </p:nvCxnSpPr>
        <p:spPr>
          <a:xfrm flipV="1">
            <a:off x="5863897" y="4114800"/>
            <a:ext cx="555191" cy="5964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D544A4-6904-B5ED-9762-227FC6964A57}"/>
              </a:ext>
            </a:extLst>
          </p:cNvPr>
          <p:cNvCxnSpPr>
            <a:cxnSpLocks/>
          </p:cNvCxnSpPr>
          <p:nvPr/>
        </p:nvCxnSpPr>
        <p:spPr>
          <a:xfrm flipV="1">
            <a:off x="7709680" y="4781384"/>
            <a:ext cx="538132" cy="11423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73A756A-EF65-8D39-3518-67D940B0C96F}"/>
              </a:ext>
            </a:extLst>
          </p:cNvPr>
          <p:cNvCxnSpPr>
            <a:cxnSpLocks/>
          </p:cNvCxnSpPr>
          <p:nvPr/>
        </p:nvCxnSpPr>
        <p:spPr>
          <a:xfrm flipV="1">
            <a:off x="9391913" y="5362891"/>
            <a:ext cx="1027696" cy="632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0EC35B2-6379-C26B-1FB4-463E988BB7D2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11515365" y="4781384"/>
            <a:ext cx="216387" cy="12566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936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0B61C-CAE3-C0CD-B0BF-C4BC965F8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4EE22A-80D0-982B-CEA2-E43397B56EA5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D0900BD-7C41-175C-2072-945501702E63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5CF37D4-D5D2-8AED-7403-FEF8D84A9CD4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D3E24FC-F11C-7784-6CE6-69B435C48A6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EDFD1-C34F-76A8-B7B6-D644E7B0359D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C09B2E30-5AB7-1B7C-0D91-600709FA737D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D0EA42-C17F-CF39-4779-BA0E54888277}"/>
              </a:ext>
            </a:extLst>
          </p:cNvPr>
          <p:cNvSpPr txBox="1"/>
          <p:nvPr/>
        </p:nvSpPr>
        <p:spPr>
          <a:xfrm>
            <a:off x="563880" y="1340510"/>
            <a:ext cx="5532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View will pe positioned based on reference points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0543C-6AC3-0768-609F-931B6041E3EB}"/>
              </a:ext>
            </a:extLst>
          </p:cNvPr>
          <p:cNvSpPr txBox="1"/>
          <p:nvPr/>
        </p:nvSpPr>
        <p:spPr>
          <a:xfrm>
            <a:off x="5305096" y="1691119"/>
            <a:ext cx="63077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Standard cases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&amp; Left views will have by default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overlay_std_cut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configuration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ref_point_1 to position the right view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ref_point_2 to position the left view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3D model turn ON these features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B67EB3-B027-BD14-39FE-20C61C6A5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568" y="2722821"/>
            <a:ext cx="2205654" cy="5427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99588DE-C461-3545-0746-B546EAA6FA27}"/>
              </a:ext>
            </a:extLst>
          </p:cNvPr>
          <p:cNvSpPr txBox="1"/>
          <p:nvPr/>
        </p:nvSpPr>
        <p:spPr>
          <a:xfrm>
            <a:off x="5305096" y="3404014"/>
            <a:ext cx="630778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Non-Standard cases : </a:t>
            </a:r>
            <a:r>
              <a:rPr lang="en-US" sz="1400" dirty="0"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we have VR/VW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 view will have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overlay_non_std_cut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configuration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 view will have by default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Overlay configuration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ref_point_non_std_cut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position the right view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ref_point_2 to position the left view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3D model turn ON these features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</a:t>
            </a:r>
          </a:p>
          <a:p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 view</a:t>
            </a:r>
          </a:p>
          <a:p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6DEA06-F441-E75E-B298-4DA251917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484" y="5677792"/>
            <a:ext cx="2127504" cy="5235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0CBA8F5-EEDD-1427-8540-1227E3243D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297"/>
          <a:stretch>
            <a:fillRect/>
          </a:stretch>
        </p:blipFill>
        <p:spPr>
          <a:xfrm>
            <a:off x="6342515" y="5009507"/>
            <a:ext cx="2012053" cy="54275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CE83CBC-ECE6-3E41-1D60-3B8F46E5BE7A}"/>
              </a:ext>
            </a:extLst>
          </p:cNvPr>
          <p:cNvSpPr txBox="1"/>
          <p:nvPr/>
        </p:nvSpPr>
        <p:spPr>
          <a:xfrm>
            <a:off x="548640" y="3265573"/>
            <a:ext cx="46634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ref_point_1 is positioned by the scale of the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ref_point_non_std_cut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controlled by parameters called 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non_std_cut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“, the programmer will give its value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ref_point_2 will be positioned automatically using sketches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5E7250-4197-A1EE-DEA3-FC41A566ACB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923182"/>
            <a:ext cx="3365590" cy="103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1673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04087-4690-502E-BC46-48535B17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2C8BFB-388B-48D8-0EFC-5422AF0FE79C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1503462-8FA0-4050-DEFF-BCEAAA8C41C7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4E59613-0D78-F494-7021-B231A3C83D8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CC46997-BDBF-6F47-2F4C-9D6F93F5D1D5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6099B5-9CAC-7E3D-3977-F8501C22F8CE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628EFFED-4DBE-85C9-CA2D-C8CE9C18FAAC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2A6CD1-8A8F-4F90-FF4B-60D3625D324A}"/>
              </a:ext>
            </a:extLst>
          </p:cNvPr>
          <p:cNvSpPr txBox="1"/>
          <p:nvPr/>
        </p:nvSpPr>
        <p:spPr>
          <a:xfrm>
            <a:off x="563879" y="1340510"/>
            <a:ext cx="584606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&amp; Left view will have the same scale; the scale is chosen based on FL values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Numerical Limits: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x400 : T ≤ 0.0134 in or 0.3403 mm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x300 : T ≤ 0.0180 in or 0.4572 mm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x200 : T ≤ 0.0272 in or 0.6908 mm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x100 : T ≤ 0.0542 in or 1.3766 mm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scales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S100 = 1:60.8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S200 = 1:121.1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S300 = 1:183.0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S400 = 1:246.0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Image 9" descr="Une image contenant texte, capture d’écran, Bleu électrique, Police&#10;&#10;Le contenu généré par l’IA peut être incorrect.">
            <a:extLst>
              <a:ext uri="{FF2B5EF4-FFF2-40B4-BE49-F238E27FC236}">
                <a16:creationId xmlns:a16="http://schemas.microsoft.com/office/drawing/2014/main" id="{BA6E3393-0515-EE99-0A3E-BCE4DA587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392" y="1923182"/>
            <a:ext cx="5202936" cy="390220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742CE5B-FBC4-06B4-B609-436111065EA8}"/>
              </a:ext>
            </a:extLst>
          </p:cNvPr>
          <p:cNvSpPr/>
          <p:nvPr/>
        </p:nvSpPr>
        <p:spPr>
          <a:xfrm>
            <a:off x="7562088" y="3429000"/>
            <a:ext cx="1435608" cy="86868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92E5A7-BC5C-463E-8E9E-783525873E4A}"/>
              </a:ext>
            </a:extLst>
          </p:cNvPr>
          <p:cNvSpPr/>
          <p:nvPr/>
        </p:nvSpPr>
        <p:spPr>
          <a:xfrm>
            <a:off x="10177272" y="3439943"/>
            <a:ext cx="1435608" cy="86868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90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4DF54-F98E-7309-AC35-D7E2DB54E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BEDFDAD-C8AE-5F13-EF5F-A4911DBA3517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EA9DC07-C542-02A8-BF1A-07303E6EE67A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280994B-C206-C25F-7526-91F373782BA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993B083-DF37-AA0B-9153-4B0BAFA9011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8EC04-5B42-9EA7-058B-36D8B17D62A3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PGB 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PGB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E1D7AE7-9841-9111-573C-6F25602CFAC3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72A580-D29A-A5C2-7696-DBE340F7DECB}"/>
              </a:ext>
            </a:extLst>
          </p:cNvPr>
          <p:cNvSpPr txBox="1"/>
          <p:nvPr/>
        </p:nvSpPr>
        <p:spPr>
          <a:xfrm>
            <a:off x="563880" y="1340510"/>
            <a:ext cx="361759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PGB Overlay :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Respect all instruction in slide 3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these overlay feature see note 1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Choose the scale based on T value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 correspond cut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Position the view using the reference points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Auxiliary views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annotations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metadata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default, these sketch are on !  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sure to rebuild before saving to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tif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022014-A589-9CD7-1BCE-CAFF4F6A80FA}"/>
              </a:ext>
            </a:extLst>
          </p:cNvPr>
          <p:cNvSpPr txBox="1"/>
          <p:nvPr/>
        </p:nvSpPr>
        <p:spPr>
          <a:xfrm>
            <a:off x="4500584" y="1318687"/>
            <a:ext cx="4681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1 : In  standard cases with no VR/VW 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DB38B8-6972-259A-27FB-9478DB5B4741}"/>
              </a:ext>
            </a:extLst>
          </p:cNvPr>
          <p:cNvSpPr txBox="1"/>
          <p:nvPr/>
        </p:nvSpPr>
        <p:spPr>
          <a:xfrm>
            <a:off x="4500584" y="2806810"/>
            <a:ext cx="725326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 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 parameter will have W_MAX 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W_MIN@w_pgb_overlay_sketch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 parameter will have FL_MAX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FL_MIN@fl_pgb_overlay_sketch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 parameter will have T_MAX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T_MIN@fl_pgb_overlay_sketch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 parameter will have C_MIN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C_MAX@fl_pgb_overlay_sketch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of SLB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 the same as above just sketch name rather them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fl_pgb_overlay_sketch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be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slb_pgb_overlay_sketch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66EDEB-17C8-1FBD-12B9-8FB519CE25B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33486" y="1719976"/>
            <a:ext cx="3061611" cy="99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94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47B85-61D7-76DA-B766-8AB39A3C9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647904C-97A4-2599-FD3E-5CC4DCFACA96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59EF653-A27C-A3D7-1EC4-4AB2A921C5EA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4B12CA5-DB40-2FAB-EC5C-E3A65FECBB83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AC311E9-B88A-5AF3-2AA4-92A9C689C96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F5109-DF36-14E8-262F-8B4212905FC9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PGB 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PGB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4F7CEF2-D055-2011-866D-31AD58B62B8F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E34C0E-C89E-1879-D28A-D9462030AF72}"/>
              </a:ext>
            </a:extLst>
          </p:cNvPr>
          <p:cNvSpPr txBox="1"/>
          <p:nvPr/>
        </p:nvSpPr>
        <p:spPr>
          <a:xfrm>
            <a:off x="563880" y="1340510"/>
            <a:ext cx="361759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PGB Overlay :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Respect all instruction in slide 3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these overlay feature see note 2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Choose the scale based on FL value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 correspond cut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Position the view using the reference points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Auxiliary views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annotations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metadata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default, these sketch are on !  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configuration for VR/VW for right view and use the ref point to position it !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sure to rebuilt before saving to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tif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536E14-352E-BDBE-0FA6-E3A7D19BC987}"/>
              </a:ext>
            </a:extLst>
          </p:cNvPr>
          <p:cNvSpPr txBox="1"/>
          <p:nvPr/>
        </p:nvSpPr>
        <p:spPr>
          <a:xfrm>
            <a:off x="4500584" y="845523"/>
            <a:ext cx="4681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2 : Cases with VR/VW 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876658-8911-7529-519E-7F42A86F71FC}"/>
              </a:ext>
            </a:extLst>
          </p:cNvPr>
          <p:cNvSpPr txBox="1"/>
          <p:nvPr/>
        </p:nvSpPr>
        <p:spPr>
          <a:xfrm>
            <a:off x="4500584" y="2381062"/>
            <a:ext cx="361759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 parameter will have FL_MAX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FL_MIN@fl_pgb_overlay_sketch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 parameter will have T_MAX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T_MIN@fl_pgb_overlay_sketch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 parameter will have C_MIN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C_MAX@fl_pgb_overlay_sketch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VW_MIN@vw_case1_pgb_overlay_sketch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 parameter will have VW_MAX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VR_MAX@vw_case1_pgb_overlay_sketch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 parameter will have VR_MIN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VRA_MIN@vw_case1_pgb_overlay_sketch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 parameter will have VRA_MAX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7997B-A36D-44FC-E732-4B32BB4A3E8F}"/>
              </a:ext>
            </a:extLst>
          </p:cNvPr>
          <p:cNvSpPr txBox="1"/>
          <p:nvPr/>
        </p:nvSpPr>
        <p:spPr>
          <a:xfrm>
            <a:off x="7498926" y="1439669"/>
            <a:ext cx="1890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 = W its case1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 &gt; W its case2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9CD51A-6B52-C5D9-2C88-717990D01B60}"/>
              </a:ext>
            </a:extLst>
          </p:cNvPr>
          <p:cNvSpPr txBox="1"/>
          <p:nvPr/>
        </p:nvSpPr>
        <p:spPr>
          <a:xfrm>
            <a:off x="8118180" y="2292203"/>
            <a:ext cx="361759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 parameter will have FL_MAX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FL_MIN@fl_pgb_overlay_sketch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 parameter will have T_MAX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T_MIN@fl_pgb_overlay_sketch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 parameter will have C_MIN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C_MAX@fl_pgb_overlay_sketch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VW_MIN@vw_case2_pgb_overlay_sketch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 parameter will have VW_MAX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VR_MAX@vw_case2_pgb_overlay_sketch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 parameter will have VR_MIN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VRA_MIN@vw_case2_pgb_overlay_sketch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 parameter will have VRA_MAX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W_MIN@vw_case2_pgb_overlay_sketch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 parameter will have ISA_MAX ISA_MIN@vw_case2_pgb_overlay_sketch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 parameter will have ISA_MAX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D14CED-CCD4-34B8-F561-DA1753E9A38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00584" y="1191896"/>
            <a:ext cx="2877780" cy="118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7076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37CCD-3DF1-882D-9EDF-1F0E0031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373B8C-D97E-7B0E-5337-1B1468BEC4AA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5B208D9-B7DE-820B-C44D-87916A97CB80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4849B0F-D7E9-2BA7-1E5B-0B6E02BB03A3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1971385-9B5A-FCE3-4840-1B9E44DC19F5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6AE389-5805-61A6-61B3-A15E0B4EFF5E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FG 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FG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B1B4D273-3DBE-D5BC-844B-08241CF685B4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0C8459-B6B8-F8C7-8BDE-7707FF729621}"/>
              </a:ext>
            </a:extLst>
          </p:cNvPr>
          <p:cNvSpPr txBox="1"/>
          <p:nvPr/>
        </p:nvSpPr>
        <p:spPr>
          <a:xfrm>
            <a:off x="563880" y="1340510"/>
            <a:ext cx="361759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FG Overlay :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Respect all instruction in slide 3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these overlay feature see note 1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Choose the scale based on T value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 correspond cut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Position the view using the reference points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Auxiliary views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annotations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metadata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default, these sketch are on !  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sure to rebuild before saving to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tif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1533F2-E2DA-6919-ABE0-7AE8CD1B5FDC}"/>
              </a:ext>
            </a:extLst>
          </p:cNvPr>
          <p:cNvSpPr txBox="1"/>
          <p:nvPr/>
        </p:nvSpPr>
        <p:spPr>
          <a:xfrm>
            <a:off x="4500584" y="1318687"/>
            <a:ext cx="4681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1 : In  standard cases with no VR/VW 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5F1A97-6BCF-4E3F-7832-48212B18A7E9}"/>
              </a:ext>
            </a:extLst>
          </p:cNvPr>
          <p:cNvSpPr txBox="1"/>
          <p:nvPr/>
        </p:nvSpPr>
        <p:spPr>
          <a:xfrm>
            <a:off x="4500584" y="2806810"/>
            <a:ext cx="725326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 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 parameter will have W_MAX 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W_MIN@w_fg_overlay_sketch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 parameter will have FL_MAX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FL_MIN@fl_fg_overlay_sketch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 parameter will have T_MAX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T_MIN@fl_fg_overlay_sketch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 parameter will have C_MIN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C_MAX@fl_fg_overlay_sketch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of SLB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 the same as above just sketch name rather them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fl_fg_overlay_sketch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be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slb_fg_overlay_sketch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8B6B13-FD8F-4B24-5AC5-6E84D74F3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261" y="1759309"/>
            <a:ext cx="3200691" cy="104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429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65E9A-90F8-FED3-CB57-68B438D75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23477B-057E-29A3-EA45-6C8A123D9B83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AD0004D-9C14-351A-29CA-F16EEEBCA4B0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74EF51C-642D-7E04-C364-03C37C1A64B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D8D76C4-819D-3464-FEA4-56C16D925771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0B8364-8869-7065-3774-BF76AB99A432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FG 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FG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60665852-5E25-E6C8-92B1-EAF7F471A608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BD009A-6675-9F37-C03A-0E33586A2E54}"/>
              </a:ext>
            </a:extLst>
          </p:cNvPr>
          <p:cNvSpPr txBox="1"/>
          <p:nvPr/>
        </p:nvSpPr>
        <p:spPr>
          <a:xfrm>
            <a:off x="563880" y="1340510"/>
            <a:ext cx="361759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PGB Overlay :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Respect all instruction in slide 3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these overlay feature see note 2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Choose the scale based on FL value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Activate the correspond cut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Position the view using the reference points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Auxiliary views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annotations </a:t>
            </a:r>
          </a:p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metadata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default, these sketch are on !  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configuration for VR/VW for right view and use the ref point to position it !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sure to rebuilt before saving to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tif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399586-B6C3-2BA4-C951-350C6A9D5BED}"/>
              </a:ext>
            </a:extLst>
          </p:cNvPr>
          <p:cNvSpPr txBox="1"/>
          <p:nvPr/>
        </p:nvSpPr>
        <p:spPr>
          <a:xfrm>
            <a:off x="4500584" y="845523"/>
            <a:ext cx="4681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2 : Cases with VR/VW 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072218-8F70-A778-4EA7-1C34F04CC658}"/>
              </a:ext>
            </a:extLst>
          </p:cNvPr>
          <p:cNvSpPr txBox="1"/>
          <p:nvPr/>
        </p:nvSpPr>
        <p:spPr>
          <a:xfrm>
            <a:off x="4500584" y="2381062"/>
            <a:ext cx="361759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 parameter will have FL_MAX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FL_MIN@fl_fg_overlay_sketch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 parameter will have T_MAX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T_MIN@fl_fg_overlay_sketch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 parameter will have C_MIN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C_MAX@fl_fg_overlay_sketch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VW_MIN@vw_case1_fg_overlay_sketch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 parameter will have VW_MAX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VR_MAX@vw_case1_fg_overlay_sketch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 parameter will have VR_MIN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VRA_MIN@vw_case1_fg_overlay_sketch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 parameter will have VRA_MAX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DD8596-B3DF-29CD-D8AD-CEE9031084EA}"/>
              </a:ext>
            </a:extLst>
          </p:cNvPr>
          <p:cNvSpPr txBox="1"/>
          <p:nvPr/>
        </p:nvSpPr>
        <p:spPr>
          <a:xfrm>
            <a:off x="7498926" y="1439669"/>
            <a:ext cx="1890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 = W its case1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 &gt; W its case2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E21E7A-FEB3-5653-6368-A2913CDA48DA}"/>
              </a:ext>
            </a:extLst>
          </p:cNvPr>
          <p:cNvSpPr txBox="1"/>
          <p:nvPr/>
        </p:nvSpPr>
        <p:spPr>
          <a:xfrm>
            <a:off x="8118180" y="2292203"/>
            <a:ext cx="36175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 parameter will have FL_MAX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FL_MIN@fl_fg_overlay_sketch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 parameter will have T_MAX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T_MIN@fl_fg_overlay_sketch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 parameter will have C_MIN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C_MAX@fl_fg_overlay_sketch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VW_MIN@vw_case2_fg_overlay_sketch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 parameter will have VW_MAX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VR_MAX@vw_case2_fg_overlay_sketch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 parameter will have VR_MIN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VRA_MIN@vw_case2_fg_overlay_sketch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 parameter will have VRA_MAX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W_MIN@vw_case2_fg_overlay_sketch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 parameter will have ISA_MAX ISA_MIN@vw_case2_fg_overlay_sketch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 parameter will have ISA_MAX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0974B6-76DA-45A8-97C0-DCE91D97A02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53436" y="1303083"/>
            <a:ext cx="2973530" cy="10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317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DFEF3-A03C-0C63-4823-54EEB3347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DB15CD0-0C19-08F7-E512-32D1D1AAF469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BD3D378-097C-D551-AD91-6E99C009E2E1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A774696-041B-0493-826E-21FF27B6E15C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64CA025-A64E-0210-AA6B-0E87BF1DF9D7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5CA837-30CA-6C0C-00D6-99F4D09F1464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4516 Series – FG 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FG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9203A12-0E3A-BB70-598C-BA80761F6349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854F2F-31A5-814B-1D48-808ABCFA9605}"/>
              </a:ext>
            </a:extLst>
          </p:cNvPr>
          <p:cNvSpPr txBox="1"/>
          <p:nvPr/>
        </p:nvSpPr>
        <p:spPr>
          <a:xfrm>
            <a:off x="563880" y="1340510"/>
            <a:ext cx="361759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FG Overlay :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second part is the groove tolerance based on what groove type we have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VG groove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 groove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 groove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 flat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only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shoose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one sketch to show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of W flat no need to show any sketch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default, these sketch are on !  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sure to rebuild before saving to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tif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59A2A4-0948-926D-B57B-051206A4DBF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9943" y="5025981"/>
            <a:ext cx="3553369" cy="10721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9B1ACE6-CEC5-3CBD-034A-FC2D4A725AF9}"/>
              </a:ext>
            </a:extLst>
          </p:cNvPr>
          <p:cNvSpPr txBox="1"/>
          <p:nvPr/>
        </p:nvSpPr>
        <p:spPr>
          <a:xfrm>
            <a:off x="6198912" y="89465"/>
            <a:ext cx="290275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 will have B_MIN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B_MAX@vg_fg_overlay_sketch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 will have GD_MIN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GD_MAX@vg_fg_overlay_sketch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 will have GD_MIN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GA_MAX@vg_fg_overlay_sketch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82DEDE-A423-2E34-57DA-510935117AEF}"/>
              </a:ext>
            </a:extLst>
          </p:cNvPr>
          <p:cNvSpPr txBox="1"/>
          <p:nvPr/>
        </p:nvSpPr>
        <p:spPr>
          <a:xfrm>
            <a:off x="6198912" y="1923182"/>
            <a:ext cx="29027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 will have CL_MIN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CL_MAX@c_fg_overlay_sketch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CD will have CD_MIN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CD_MAX@c_fg_overlay_sketch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D8CEB6-60B0-D73F-6D58-9BF296DB34BE}"/>
              </a:ext>
            </a:extLst>
          </p:cNvPr>
          <p:cNvSpPr txBox="1"/>
          <p:nvPr/>
        </p:nvSpPr>
        <p:spPr>
          <a:xfrm>
            <a:off x="6198912" y="3413703"/>
            <a:ext cx="29027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the values of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 will have GD_MIN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GD_MAX@g_fg_overlay_sketch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 will have GO_MIN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GO_MAX@c_fg_overlay_sketch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91EBFCF6-0185-0DAB-C212-5136DB51FEC5}"/>
              </a:ext>
            </a:extLst>
          </p:cNvPr>
          <p:cNvCxnSpPr>
            <a:cxnSpLocks/>
            <a:stCxn id="8" idx="0"/>
            <a:endCxn id="12" idx="1"/>
          </p:cNvCxnSpPr>
          <p:nvPr/>
        </p:nvCxnSpPr>
        <p:spPr>
          <a:xfrm rot="5400000" flipH="1" flipV="1">
            <a:off x="2109622" y="936691"/>
            <a:ext cx="4136297" cy="4042284"/>
          </a:xfrm>
          <a:prstGeom prst="curvedConnector2">
            <a:avLst/>
          </a:prstGeom>
          <a:ln>
            <a:solidFill>
              <a:srgbClr val="00B05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23AB3A2D-FD8E-3E82-797F-C10D8BD34A5F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3141133" y="2507958"/>
            <a:ext cx="3057779" cy="3054091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C275E527-53EE-C061-1410-6EDCE8C00C42}"/>
              </a:ext>
            </a:extLst>
          </p:cNvPr>
          <p:cNvCxnSpPr>
            <a:cxnSpLocks/>
            <a:stCxn id="8" idx="2"/>
            <a:endCxn id="17" idx="1"/>
          </p:cNvCxnSpPr>
          <p:nvPr/>
        </p:nvCxnSpPr>
        <p:spPr>
          <a:xfrm rot="5400000" flipH="1" flipV="1">
            <a:off x="3127950" y="3027157"/>
            <a:ext cx="2099639" cy="4042284"/>
          </a:xfrm>
          <a:prstGeom prst="curvedConnector4">
            <a:avLst>
              <a:gd name="adj1" fmla="val -10888"/>
              <a:gd name="adj2" fmla="val 71976"/>
            </a:avLst>
          </a:prstGeom>
          <a:ln>
            <a:solidFill>
              <a:srgbClr val="00B05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25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3482</Words>
  <Application>Microsoft Office PowerPoint</Application>
  <PresentationFormat>Widescreen</PresentationFormat>
  <Paragraphs>349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Agnaou</dc:creator>
  <cp:lastModifiedBy>Youssef Agnaou</cp:lastModifiedBy>
  <cp:revision>98</cp:revision>
  <dcterms:created xsi:type="dcterms:W3CDTF">2026-07-26T18:29:11Z</dcterms:created>
  <dcterms:modified xsi:type="dcterms:W3CDTF">2026-07-30T19:50:09Z</dcterms:modified>
</cp:coreProperties>
</file>